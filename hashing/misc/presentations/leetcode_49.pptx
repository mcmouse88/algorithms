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slide16.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0080625" cy="567055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3"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5" name="PlaceHolder 2"/>
          <p:cNvSpPr>
            <a:spLocks noGrp="1"/>
          </p:cNvSpPr>
          <p:nvPr>
            <p:ph type="body"/>
          </p:nvPr>
        </p:nvSpPr>
        <p:spPr>
          <a:xfrm>
            <a:off x="504000" y="1326600"/>
            <a:ext cx="907200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7"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2"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6"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20"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24" name="PlaceHolder 2"/>
          <p:cNvSpPr>
            <a:spLocks noGrp="1"/>
          </p:cNvSpPr>
          <p:nvPr>
            <p:ph type="body"/>
          </p:nvPr>
        </p:nvSpPr>
        <p:spPr>
          <a:xfrm>
            <a:off x="504000" y="1326600"/>
            <a:ext cx="9072000" cy="156852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27"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32" name="PlaceHolder 2"/>
          <p:cNvSpPr>
            <a:spLocks noGrp="1"/>
          </p:cNvSpPr>
          <p:nvPr>
            <p:ph type="body"/>
          </p:nvPr>
        </p:nvSpPr>
        <p:spPr>
          <a:xfrm>
            <a:off x="504000" y="1326600"/>
            <a:ext cx="2921040" cy="156852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3571560" y="1326600"/>
            <a:ext cx="2921040" cy="156852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6639120" y="1326600"/>
            <a:ext cx="2921040" cy="156852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504000" y="3044520"/>
            <a:ext cx="2921040" cy="156852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3571560" y="3044520"/>
            <a:ext cx="2921040" cy="156852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6639120" y="3044520"/>
            <a:ext cx="292104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41"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43" name="PlaceHolder 2"/>
          <p:cNvSpPr>
            <a:spLocks noGrp="1"/>
          </p:cNvSpPr>
          <p:nvPr>
            <p:ph type="body"/>
          </p:nvPr>
        </p:nvSpPr>
        <p:spPr>
          <a:xfrm>
            <a:off x="504000" y="1326600"/>
            <a:ext cx="907200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45"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46"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50"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51"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
        <p:nvSpPr>
          <p:cNvPr id="52"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54"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55"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56" name="PlaceHolder 4"/>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58"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59"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60" name="PlaceHolder 4"/>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2" name="PlaceHolder 2"/>
          <p:cNvSpPr>
            <a:spLocks noGrp="1"/>
          </p:cNvSpPr>
          <p:nvPr>
            <p:ph type="body"/>
          </p:nvPr>
        </p:nvSpPr>
        <p:spPr>
          <a:xfrm>
            <a:off x="504000" y="1326600"/>
            <a:ext cx="9072000" cy="1568520"/>
          </a:xfrm>
          <a:prstGeom prst="rect">
            <a:avLst/>
          </a:prstGeom>
        </p:spPr>
        <p:txBody>
          <a:bodyPr lIns="0" rIns="0" tIns="0" bIns="0">
            <a:normAutofit/>
          </a:bodyPr>
          <a:p>
            <a:endParaRPr b="0" lang="en-US" sz="3200" spc="-1" strike="noStrike">
              <a:latin typeface="Arial"/>
            </a:endParaRPr>
          </a:p>
        </p:txBody>
      </p:sp>
      <p:sp>
        <p:nvSpPr>
          <p:cNvPr id="63" name="PlaceHolder 3"/>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5"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66"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67"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
        <p:nvSpPr>
          <p:cNvPr id="68" name="PlaceHolder 5"/>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70" name="PlaceHolder 2"/>
          <p:cNvSpPr>
            <a:spLocks noGrp="1"/>
          </p:cNvSpPr>
          <p:nvPr>
            <p:ph type="body"/>
          </p:nvPr>
        </p:nvSpPr>
        <p:spPr>
          <a:xfrm>
            <a:off x="504000" y="1326600"/>
            <a:ext cx="2921040" cy="1568520"/>
          </a:xfrm>
          <a:prstGeom prst="rect">
            <a:avLst/>
          </a:prstGeom>
        </p:spPr>
        <p:txBody>
          <a:bodyPr lIns="0" rIns="0" tIns="0" bIns="0">
            <a:normAutofit/>
          </a:bodyPr>
          <a:p>
            <a:endParaRPr b="0" lang="en-US" sz="3200" spc="-1" strike="noStrike">
              <a:latin typeface="Arial"/>
            </a:endParaRPr>
          </a:p>
        </p:txBody>
      </p:sp>
      <p:sp>
        <p:nvSpPr>
          <p:cNvPr id="71" name="PlaceHolder 3"/>
          <p:cNvSpPr>
            <a:spLocks noGrp="1"/>
          </p:cNvSpPr>
          <p:nvPr>
            <p:ph type="body"/>
          </p:nvPr>
        </p:nvSpPr>
        <p:spPr>
          <a:xfrm>
            <a:off x="3571560" y="1326600"/>
            <a:ext cx="2921040" cy="1568520"/>
          </a:xfrm>
          <a:prstGeom prst="rect">
            <a:avLst/>
          </a:prstGeom>
        </p:spPr>
        <p:txBody>
          <a:bodyPr lIns="0" rIns="0" tIns="0" bIns="0">
            <a:normAutofit/>
          </a:bodyPr>
          <a:p>
            <a:endParaRPr b="0" lang="en-US" sz="3200" spc="-1" strike="noStrike">
              <a:latin typeface="Arial"/>
            </a:endParaRPr>
          </a:p>
        </p:txBody>
      </p:sp>
      <p:sp>
        <p:nvSpPr>
          <p:cNvPr id="72" name="PlaceHolder 4"/>
          <p:cNvSpPr>
            <a:spLocks noGrp="1"/>
          </p:cNvSpPr>
          <p:nvPr>
            <p:ph type="body"/>
          </p:nvPr>
        </p:nvSpPr>
        <p:spPr>
          <a:xfrm>
            <a:off x="6639120" y="1326600"/>
            <a:ext cx="2921040" cy="1568520"/>
          </a:xfrm>
          <a:prstGeom prst="rect">
            <a:avLst/>
          </a:prstGeom>
        </p:spPr>
        <p:txBody>
          <a:bodyPr lIns="0" rIns="0" tIns="0" bIns="0">
            <a:normAutofit/>
          </a:bodyPr>
          <a:p>
            <a:endParaRPr b="0" lang="en-US" sz="3200" spc="-1" strike="noStrike">
              <a:latin typeface="Arial"/>
            </a:endParaRPr>
          </a:p>
        </p:txBody>
      </p:sp>
      <p:sp>
        <p:nvSpPr>
          <p:cNvPr id="73" name="PlaceHolder 5"/>
          <p:cNvSpPr>
            <a:spLocks noGrp="1"/>
          </p:cNvSpPr>
          <p:nvPr>
            <p:ph type="body"/>
          </p:nvPr>
        </p:nvSpPr>
        <p:spPr>
          <a:xfrm>
            <a:off x="504000" y="3044520"/>
            <a:ext cx="2921040" cy="1568520"/>
          </a:xfrm>
          <a:prstGeom prst="rect">
            <a:avLst/>
          </a:prstGeom>
        </p:spPr>
        <p:txBody>
          <a:bodyPr lIns="0" rIns="0" tIns="0" bIns="0">
            <a:normAutofit/>
          </a:bodyPr>
          <a:p>
            <a:endParaRPr b="0" lang="en-US" sz="3200" spc="-1" strike="noStrike">
              <a:latin typeface="Arial"/>
            </a:endParaRPr>
          </a:p>
        </p:txBody>
      </p:sp>
      <p:sp>
        <p:nvSpPr>
          <p:cNvPr id="74" name="PlaceHolder 6"/>
          <p:cNvSpPr>
            <a:spLocks noGrp="1"/>
          </p:cNvSpPr>
          <p:nvPr>
            <p:ph type="body"/>
          </p:nvPr>
        </p:nvSpPr>
        <p:spPr>
          <a:xfrm>
            <a:off x="3571560" y="3044520"/>
            <a:ext cx="2921040" cy="1568520"/>
          </a:xfrm>
          <a:prstGeom prst="rect">
            <a:avLst/>
          </a:prstGeom>
        </p:spPr>
        <p:txBody>
          <a:bodyPr lIns="0" rIns="0" tIns="0" bIns="0">
            <a:normAutofit/>
          </a:bodyPr>
          <a:p>
            <a:endParaRPr b="0" lang="en-US" sz="3200" spc="-1" strike="noStrike">
              <a:latin typeface="Arial"/>
            </a:endParaRPr>
          </a:p>
        </p:txBody>
      </p:sp>
      <p:sp>
        <p:nvSpPr>
          <p:cNvPr id="75" name="PlaceHolder 7"/>
          <p:cNvSpPr>
            <a:spLocks noGrp="1"/>
          </p:cNvSpPr>
          <p:nvPr>
            <p:ph type="body"/>
          </p:nvPr>
        </p:nvSpPr>
        <p:spPr>
          <a:xfrm>
            <a:off x="6639120" y="3044520"/>
            <a:ext cx="2921040" cy="156852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2000" cy="94644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504000" y="1326600"/>
            <a:ext cx="9072000" cy="328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226080"/>
            <a:ext cx="9072000" cy="94644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39" name="PlaceHolder 2"/>
          <p:cNvSpPr>
            <a:spLocks noGrp="1"/>
          </p:cNvSpPr>
          <p:nvPr>
            <p:ph type="body"/>
          </p:nvPr>
        </p:nvSpPr>
        <p:spPr>
          <a:xfrm>
            <a:off x="504000" y="1326600"/>
            <a:ext cx="9072000" cy="328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CustomShape 1"/>
          <p:cNvSpPr/>
          <p:nvPr/>
        </p:nvSpPr>
        <p:spPr>
          <a:xfrm>
            <a:off x="504000" y="226080"/>
            <a:ext cx="9069840" cy="944640"/>
          </a:xfrm>
          <a:prstGeom prst="rect">
            <a:avLst/>
          </a:prstGeom>
          <a:noFill/>
          <a:ln>
            <a:noFill/>
          </a:ln>
        </p:spPr>
        <p:style>
          <a:lnRef idx="0"/>
          <a:fillRef idx="0"/>
          <a:effectRef idx="0"/>
          <a:fontRef idx="minor"/>
        </p:style>
        <p:txBody>
          <a:bodyPr lIns="0" rIns="0" tIns="0" bIns="0" anchor="ctr">
            <a:noAutofit/>
          </a:bodyPr>
          <a:p>
            <a:pPr algn="ctr">
              <a:lnSpc>
                <a:spcPct val="100000"/>
              </a:lnSpc>
            </a:pPr>
            <a:r>
              <a:rPr b="0" lang="en-US" sz="4400" spc="-1" strike="noStrike">
                <a:solidFill>
                  <a:srgbClr val="000000"/>
                </a:solidFill>
                <a:latin typeface="Arial"/>
                <a:ea typeface="DejaVu Sans"/>
              </a:rPr>
              <a:t>LeetCode #49</a:t>
            </a:r>
            <a:endParaRPr b="0" lang="en-US" sz="4400" spc="-1" strike="noStrike">
              <a:latin typeface="Arial"/>
            </a:endParaRPr>
          </a:p>
        </p:txBody>
      </p:sp>
      <p:sp>
        <p:nvSpPr>
          <p:cNvPr id="77" name="CustomShape 2"/>
          <p:cNvSpPr/>
          <p:nvPr/>
        </p:nvSpPr>
        <p:spPr>
          <a:xfrm>
            <a:off x="504000" y="1326600"/>
            <a:ext cx="9069840" cy="3286440"/>
          </a:xfrm>
          <a:prstGeom prst="rect">
            <a:avLst/>
          </a:prstGeom>
          <a:noFill/>
          <a:ln>
            <a:noFill/>
          </a:ln>
        </p:spPr>
        <p:style>
          <a:lnRef idx="0"/>
          <a:fillRef idx="0"/>
          <a:effectRef idx="0"/>
          <a:fontRef idx="minor"/>
        </p:style>
        <p:txBody>
          <a:bodyPr lIns="0" rIns="0" tIns="0" bIns="0" anchor="ctr">
            <a:noAutofit/>
          </a:bodyPr>
          <a:p>
            <a:pPr algn="ctr"/>
            <a:r>
              <a:rPr b="0" lang="en-US" sz="4800" spc="-1" strike="noStrike">
                <a:solidFill>
                  <a:srgbClr val="000000"/>
                </a:solidFill>
                <a:latin typeface="Arial"/>
                <a:ea typeface="JetBrains Mono"/>
              </a:rPr>
              <a:t>Group Anagrams</a:t>
            </a:r>
            <a:endParaRPr b="0" i="1" lang="en-US" sz="4800" spc="-1" strike="noStrike">
              <a:solidFill>
                <a:srgbClr val="5f826b"/>
              </a:solidFill>
              <a:latin typeface="JetBrains Mono"/>
              <a:ea typeface="JetBrains Mono"/>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CustomShape 1"/>
          <p:cNvSpPr/>
          <p:nvPr/>
        </p:nvSpPr>
        <p:spPr>
          <a:xfrm>
            <a:off x="529560" y="182880"/>
            <a:ext cx="9069840" cy="944640"/>
          </a:xfrm>
          <a:prstGeom prst="rect">
            <a:avLst/>
          </a:prstGeom>
          <a:noFill/>
          <a:ln>
            <a:noFill/>
          </a:ln>
        </p:spPr>
        <p:style>
          <a:lnRef idx="0"/>
          <a:fillRef idx="0"/>
          <a:effectRef idx="0"/>
          <a:fontRef idx="minor"/>
        </p:style>
        <p:txBody>
          <a:bodyPr lIns="0" rIns="0" tIns="0" bIns="0" anchor="ctr">
            <a:noAutofit/>
          </a:bodyPr>
          <a:p>
            <a:pPr algn="ctr">
              <a:lnSpc>
                <a:spcPct val="100000"/>
              </a:lnSpc>
            </a:pPr>
            <a:r>
              <a:rPr b="0" lang="en-US" sz="4400" spc="-1" strike="noStrike">
                <a:solidFill>
                  <a:srgbClr val="000000"/>
                </a:solidFill>
                <a:latin typeface="Arial"/>
                <a:ea typeface="DejaVu Sans"/>
              </a:rPr>
              <a:t>Count sort and hashing</a:t>
            </a:r>
            <a:endParaRPr b="0" lang="en-US" sz="4400" spc="-1" strike="noStrike">
              <a:latin typeface="Arial"/>
            </a:endParaRPr>
          </a:p>
        </p:txBody>
      </p:sp>
      <p:sp>
        <p:nvSpPr>
          <p:cNvPr id="79" name="CustomShape 2"/>
          <p:cNvSpPr/>
          <p:nvPr/>
        </p:nvSpPr>
        <p:spPr>
          <a:xfrm>
            <a:off x="183600" y="2233080"/>
            <a:ext cx="9690840" cy="1057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The main idea for solving this problem is to count all occurrences of letters in each word,  calculate a hash based on the counts, and store it in a hash table. We initialize a hash map where the key is the hash (which could be a string, tuple or other representation), and the value is a list. Then, we iterate through the input list of strings. For each word we create an array of size 26 (assuming only lowercase letters) to count letter occurrences. Further we calculate the hash of this array and append the word to the list corresponding to that hash.</a:t>
            </a:r>
            <a:endParaRPr b="0" lang="en-US" sz="1800" spc="-1" strike="noStrike">
              <a:latin typeface="Arial"/>
            </a:endParaRPr>
          </a:p>
          <a:p>
            <a:pPr>
              <a:lnSpc>
                <a:spcPct val="100000"/>
              </a:lnSpc>
            </a:pPr>
            <a:r>
              <a:rPr b="0" lang="en-US" sz="1800" spc="-1" strike="noStrike">
                <a:solidFill>
                  <a:srgbClr val="000000"/>
                </a:solidFill>
                <a:latin typeface="Arial"/>
                <a:ea typeface="DejaVu Sans"/>
              </a:rPr>
              <a:t>After processing the input array, we return list of values from the hash map.</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81"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82"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83" name="Line 4"/>
          <p:cNvSpPr/>
          <p:nvPr/>
        </p:nvSpPr>
        <p:spPr>
          <a:xfrm>
            <a:off x="1920240" y="182880"/>
            <a:ext cx="0" cy="320040"/>
          </a:xfrm>
          <a:prstGeom prst="line">
            <a:avLst/>
          </a:prstGeom>
          <a:ln>
            <a:solidFill>
              <a:srgbClr val="000000"/>
            </a:solidFill>
            <a:tailEnd len="med" type="triangle" w="med"/>
          </a:ln>
        </p:spPr>
        <p:style>
          <a:lnRef idx="0"/>
          <a:fillRef idx="0"/>
          <a:effectRef idx="0"/>
          <a:fontRef idx="minor"/>
        </p:style>
      </p:sp>
      <p:sp>
        <p:nvSpPr>
          <p:cNvPr id="84"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“eat”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‘e’</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curr[4] = 1</a:t>
            </a:r>
            <a:endParaRPr b="0" lang="en-US" sz="1800" spc="-1" strike="noStrike">
              <a:latin typeface="Arial"/>
            </a:endParaRPr>
          </a:p>
        </p:txBody>
      </p:sp>
      <p:sp>
        <p:nvSpPr>
          <p:cNvPr id="85"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t>
            </a:r>
            <a:r>
              <a:rPr b="0" lang="en-US" sz="1800" spc="-1" strike="noStrike">
                <a:solidFill>
                  <a:srgbClr val="000000"/>
                </a:solidFill>
                <a:latin typeface="Arial"/>
                <a:ea typeface="DejaVu Sans"/>
              </a:rPr>
              <a:t>a</a:t>
            </a:r>
            <a:r>
              <a:rPr b="0" lang="en-US" sz="1800" spc="-1" strike="noStrike">
                <a:solidFill>
                  <a:srgbClr val="000000"/>
                </a:solidFill>
                <a:latin typeface="Arial"/>
                <a:ea typeface="DejaVu Sans"/>
              </a:rPr>
              <a:t>”</a:t>
            </a:r>
            <a:endParaRPr b="0" lang="en-US" sz="1800" spc="-1" strike="noStrike">
              <a:latin typeface="Arial"/>
            </a:endParaRPr>
          </a:p>
        </p:txBody>
      </p:sp>
      <p:sp>
        <p:nvSpPr>
          <p:cNvPr id="86"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87"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a:t>
            </a:r>
            <a:r>
              <a:rPr b="0" lang="en-US" sz="1800" spc="-1" strike="noStrike">
                <a:solidFill>
                  <a:srgbClr val="000000"/>
                </a:solidFill>
                <a:latin typeface="Arial"/>
                <a:ea typeface="DejaVu Sans"/>
              </a:rPr>
              <a:t>e</a:t>
            </a:r>
            <a:r>
              <a:rPr b="0" lang="en-US" sz="1800" spc="-1" strike="noStrike">
                <a:solidFill>
                  <a:srgbClr val="000000"/>
                </a:solidFill>
                <a:latin typeface="Arial"/>
                <a:ea typeface="DejaVu Sans"/>
              </a:rPr>
              <a:t>”</a:t>
            </a:r>
            <a:endParaRPr b="0" lang="en-US" sz="1800" spc="-1" strike="noStrike">
              <a:latin typeface="Arial"/>
            </a:endParaRPr>
          </a:p>
        </p:txBody>
      </p:sp>
      <p:sp>
        <p:nvSpPr>
          <p:cNvPr id="88"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89"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a:t>
            </a:r>
            <a:r>
              <a:rPr b="0" lang="en-US" sz="1800" spc="-1" strike="noStrike">
                <a:solidFill>
                  <a:srgbClr val="000000"/>
                </a:solidFill>
                <a:latin typeface="Arial"/>
                <a:ea typeface="DejaVu Sans"/>
              </a:rPr>
              <a:t>t</a:t>
            </a:r>
            <a:r>
              <a:rPr b="0" lang="en-US" sz="1800" spc="-1" strike="noStrike">
                <a:solidFill>
                  <a:srgbClr val="000000"/>
                </a:solidFill>
                <a:latin typeface="Arial"/>
                <a:ea typeface="DejaVu Sans"/>
              </a:rPr>
              <a:t>”</a:t>
            </a:r>
            <a:endParaRPr b="0" lang="en-US" sz="1800" spc="-1" strike="noStrike">
              <a:latin typeface="Arial"/>
            </a:endParaRPr>
          </a:p>
        </p:txBody>
      </p:sp>
      <p:sp>
        <p:nvSpPr>
          <p:cNvPr id="90"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1" name="TextShape 12"/>
          <p:cNvSpPr txBox="1"/>
          <p:nvPr/>
        </p:nvSpPr>
        <p:spPr>
          <a:xfrm>
            <a:off x="367560" y="3401640"/>
            <a:ext cx="365760" cy="346320"/>
          </a:xfrm>
          <a:prstGeom prst="rect">
            <a:avLst/>
          </a:prstGeom>
          <a:noFill/>
          <a:ln>
            <a:noFill/>
          </a:ln>
        </p:spPr>
      </p:sp>
      <p:sp>
        <p:nvSpPr>
          <p:cNvPr id="92"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3"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4"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95"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6"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97"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8"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99"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00"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01"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2"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03"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4"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05"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6"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07"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8" name="TextShape 29"/>
          <p:cNvSpPr txBox="1"/>
          <p:nvPr/>
        </p:nvSpPr>
        <p:spPr>
          <a:xfrm>
            <a:off x="3291840" y="3401640"/>
            <a:ext cx="365760" cy="346320"/>
          </a:xfrm>
          <a:prstGeom prst="rect">
            <a:avLst/>
          </a:prstGeom>
          <a:noFill/>
          <a:ln>
            <a:noFill/>
          </a:ln>
        </p:spPr>
      </p:sp>
      <p:sp>
        <p:nvSpPr>
          <p:cNvPr id="109"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10"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1"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12"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3"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14"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5"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16"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7"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18"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9"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20"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1"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22"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3"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24"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5"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26"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7"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28"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9"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30"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1"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32"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3"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34"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5"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36"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7"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38"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9"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40"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1"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42"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3"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44"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45"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146"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47"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48" name="Line 69"/>
          <p:cNvSpPr/>
          <p:nvPr/>
        </p:nvSpPr>
        <p:spPr>
          <a:xfrm>
            <a:off x="1272960" y="1233000"/>
            <a:ext cx="0" cy="320040"/>
          </a:xfrm>
          <a:prstGeom prst="line">
            <a:avLst/>
          </a:prstGeom>
          <a:ln>
            <a:solidFill>
              <a:srgbClr val="000000"/>
            </a:solidFill>
            <a:tailEnd len="med" type="triangle" w="med"/>
          </a:ln>
        </p:spPr>
        <p:style>
          <a:lnRef idx="0"/>
          <a:fillRef idx="0"/>
          <a:effectRef idx="0"/>
          <a:fontRef idx="minor"/>
        </p:style>
      </p:sp>
      <p:sp>
        <p:nvSpPr>
          <p:cNvPr id="149" name="CustomShape 70"/>
          <p:cNvSpPr/>
          <p:nvPr/>
        </p:nvSpPr>
        <p:spPr>
          <a:xfrm>
            <a:off x="667584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50" name="CustomShape 71"/>
          <p:cNvSpPr/>
          <p:nvPr/>
        </p:nvSpPr>
        <p:spPr>
          <a:xfrm>
            <a:off x="7407360" y="3659040"/>
            <a:ext cx="73152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51" name="CustomShape 72"/>
          <p:cNvSpPr/>
          <p:nvPr/>
        </p:nvSpPr>
        <p:spPr>
          <a:xfrm>
            <a:off x="585216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52" name="CustomShape 73"/>
          <p:cNvSpPr/>
          <p:nvPr/>
        </p:nvSpPr>
        <p:spPr>
          <a:xfrm>
            <a:off x="6675840" y="4024800"/>
            <a:ext cx="731520" cy="365760"/>
          </a:xfrm>
          <a:prstGeom prst="rect">
            <a:avLst/>
          </a:prstGeom>
          <a:solidFill>
            <a:srgbClr val="ffffff"/>
          </a:solidFill>
          <a:ln>
            <a:solidFill>
              <a:srgbClr val="000000"/>
            </a:solidFill>
          </a:ln>
        </p:spPr>
        <p:style>
          <a:lnRef idx="0"/>
          <a:fillRef idx="0"/>
          <a:effectRef idx="0"/>
          <a:fontRef idx="minor"/>
        </p:style>
      </p:sp>
      <p:sp>
        <p:nvSpPr>
          <p:cNvPr id="153" name="CustomShape 74"/>
          <p:cNvSpPr/>
          <p:nvPr/>
        </p:nvSpPr>
        <p:spPr>
          <a:xfrm>
            <a:off x="7407360" y="4024800"/>
            <a:ext cx="731520" cy="365760"/>
          </a:xfrm>
          <a:prstGeom prst="rect">
            <a:avLst/>
          </a:prstGeom>
          <a:solidFill>
            <a:srgbClr val="ffffff"/>
          </a:solidFill>
          <a:ln>
            <a:solidFill>
              <a:srgbClr val="000000"/>
            </a:solidFill>
          </a:ln>
        </p:spPr>
        <p:style>
          <a:lnRef idx="0"/>
          <a:fillRef idx="0"/>
          <a:effectRef idx="0"/>
          <a:fontRef idx="minor"/>
        </p:style>
      </p:sp>
      <p:sp>
        <p:nvSpPr>
          <p:cNvPr id="154" name="CustomShape 75"/>
          <p:cNvSpPr/>
          <p:nvPr/>
        </p:nvSpPr>
        <p:spPr>
          <a:xfrm>
            <a:off x="6675840" y="4390560"/>
            <a:ext cx="731520" cy="365760"/>
          </a:xfrm>
          <a:prstGeom prst="rect">
            <a:avLst/>
          </a:prstGeom>
          <a:solidFill>
            <a:srgbClr val="ffffff"/>
          </a:solidFill>
          <a:ln>
            <a:solidFill>
              <a:srgbClr val="000000"/>
            </a:solidFill>
          </a:ln>
        </p:spPr>
        <p:style>
          <a:lnRef idx="0"/>
          <a:fillRef idx="0"/>
          <a:effectRef idx="0"/>
          <a:fontRef idx="minor"/>
        </p:style>
      </p:sp>
      <p:sp>
        <p:nvSpPr>
          <p:cNvPr id="155" name="CustomShape 76"/>
          <p:cNvSpPr/>
          <p:nvPr/>
        </p:nvSpPr>
        <p:spPr>
          <a:xfrm>
            <a:off x="7407360" y="4390560"/>
            <a:ext cx="731520" cy="365760"/>
          </a:xfrm>
          <a:prstGeom prst="rect">
            <a:avLst/>
          </a:prstGeom>
          <a:solidFill>
            <a:srgbClr val="ffffff"/>
          </a:solidFill>
          <a:ln>
            <a:solidFill>
              <a:srgbClr val="000000"/>
            </a:solidFill>
          </a:ln>
        </p:spPr>
        <p:style>
          <a:lnRef idx="0"/>
          <a:fillRef idx="0"/>
          <a:effectRef idx="0"/>
          <a:fontRef idx="minor"/>
        </p:style>
      </p:sp>
      <p:sp>
        <p:nvSpPr>
          <p:cNvPr id="156" name="CustomShape 77"/>
          <p:cNvSpPr/>
          <p:nvPr/>
        </p:nvSpPr>
        <p:spPr>
          <a:xfrm>
            <a:off x="6675840" y="4756320"/>
            <a:ext cx="731520" cy="365760"/>
          </a:xfrm>
          <a:prstGeom prst="rect">
            <a:avLst/>
          </a:prstGeom>
          <a:solidFill>
            <a:srgbClr val="ffffff"/>
          </a:solidFill>
          <a:ln>
            <a:solidFill>
              <a:srgbClr val="000000"/>
            </a:solidFill>
          </a:ln>
        </p:spPr>
        <p:style>
          <a:lnRef idx="0"/>
          <a:fillRef idx="0"/>
          <a:effectRef idx="0"/>
          <a:fontRef idx="minor"/>
        </p:style>
      </p:sp>
      <p:sp>
        <p:nvSpPr>
          <p:cNvPr id="157" name="CustomShape 78"/>
          <p:cNvSpPr/>
          <p:nvPr/>
        </p:nvSpPr>
        <p:spPr>
          <a:xfrm>
            <a:off x="7407360" y="4756320"/>
            <a:ext cx="731520" cy="365760"/>
          </a:xfrm>
          <a:prstGeom prst="rect">
            <a:avLst/>
          </a:prstGeom>
          <a:solidFill>
            <a:srgbClr val="ffffff"/>
          </a:solidFill>
          <a:ln>
            <a:solidFill>
              <a:srgbClr val="000000"/>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59"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60"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61" name="Line 4"/>
          <p:cNvSpPr/>
          <p:nvPr/>
        </p:nvSpPr>
        <p:spPr>
          <a:xfrm>
            <a:off x="1920240" y="182880"/>
            <a:ext cx="0" cy="320040"/>
          </a:xfrm>
          <a:prstGeom prst="line">
            <a:avLst/>
          </a:prstGeom>
          <a:ln>
            <a:solidFill>
              <a:srgbClr val="000000"/>
            </a:solidFill>
            <a:tailEnd len="med" type="triangle" w="med"/>
          </a:ln>
        </p:spPr>
        <p:style>
          <a:lnRef idx="0"/>
          <a:fillRef idx="0"/>
          <a:effectRef idx="0"/>
          <a:fontRef idx="minor"/>
        </p:style>
      </p:sp>
      <p:sp>
        <p:nvSpPr>
          <p:cNvPr id="162"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“eat”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curr[0] = 1</a:t>
            </a:r>
            <a:endParaRPr b="0" lang="en-US" sz="1800" spc="-1" strike="noStrike">
              <a:latin typeface="Arial"/>
            </a:endParaRPr>
          </a:p>
        </p:txBody>
      </p:sp>
      <p:sp>
        <p:nvSpPr>
          <p:cNvPr id="163"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64"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65"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66"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67"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68"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69" name="TextShape 12"/>
          <p:cNvSpPr txBox="1"/>
          <p:nvPr/>
        </p:nvSpPr>
        <p:spPr>
          <a:xfrm>
            <a:off x="367560" y="3401640"/>
            <a:ext cx="365760" cy="346320"/>
          </a:xfrm>
          <a:prstGeom prst="rect">
            <a:avLst/>
          </a:prstGeom>
          <a:noFill/>
          <a:ln>
            <a:noFill/>
          </a:ln>
        </p:spPr>
      </p:sp>
      <p:sp>
        <p:nvSpPr>
          <p:cNvPr id="170"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1"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2"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73"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4"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75"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6"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77"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78"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79"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0"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81"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2"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83"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4"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85"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6" name="TextShape 29"/>
          <p:cNvSpPr txBox="1"/>
          <p:nvPr/>
        </p:nvSpPr>
        <p:spPr>
          <a:xfrm>
            <a:off x="3291840" y="3401640"/>
            <a:ext cx="365760" cy="346320"/>
          </a:xfrm>
          <a:prstGeom prst="rect">
            <a:avLst/>
          </a:prstGeom>
          <a:noFill/>
          <a:ln>
            <a:noFill/>
          </a:ln>
        </p:spPr>
      </p:sp>
      <p:sp>
        <p:nvSpPr>
          <p:cNvPr id="187"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88"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9"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90"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1"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92"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3"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94"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5"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96"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7"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98"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9"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200"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01"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202"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03"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204"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05"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206"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07"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208"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09"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210"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11"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212"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13"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214"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15"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216"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17"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218"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19"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220"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21"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222"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223"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224"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225"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226" name="Line 69"/>
          <p:cNvSpPr/>
          <p:nvPr/>
        </p:nvSpPr>
        <p:spPr>
          <a:xfrm>
            <a:off x="1828800" y="1233000"/>
            <a:ext cx="0" cy="320040"/>
          </a:xfrm>
          <a:prstGeom prst="line">
            <a:avLst/>
          </a:prstGeom>
          <a:ln>
            <a:solidFill>
              <a:srgbClr val="000000"/>
            </a:solidFill>
            <a:tailEnd len="med" type="triangle" w="med"/>
          </a:ln>
        </p:spPr>
        <p:style>
          <a:lnRef idx="0"/>
          <a:fillRef idx="0"/>
          <a:effectRef idx="0"/>
          <a:fontRef idx="minor"/>
        </p:style>
      </p:sp>
      <p:sp>
        <p:nvSpPr>
          <p:cNvPr id="227" name="CustomShape 70"/>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228" name="CustomShape 71"/>
          <p:cNvSpPr/>
          <p:nvPr/>
        </p:nvSpPr>
        <p:spPr>
          <a:xfrm>
            <a:off x="7407720" y="3659040"/>
            <a:ext cx="73152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229" name="CustomShape 72"/>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230" name="CustomShape 73"/>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sp>
      <p:sp>
        <p:nvSpPr>
          <p:cNvPr id="231" name="CustomShape 74"/>
          <p:cNvSpPr/>
          <p:nvPr/>
        </p:nvSpPr>
        <p:spPr>
          <a:xfrm>
            <a:off x="7407720" y="4024800"/>
            <a:ext cx="731520" cy="365760"/>
          </a:xfrm>
          <a:prstGeom prst="rect">
            <a:avLst/>
          </a:prstGeom>
          <a:solidFill>
            <a:srgbClr val="ffffff"/>
          </a:solidFill>
          <a:ln>
            <a:solidFill>
              <a:srgbClr val="000000"/>
            </a:solidFill>
          </a:ln>
        </p:spPr>
        <p:style>
          <a:lnRef idx="0"/>
          <a:fillRef idx="0"/>
          <a:effectRef idx="0"/>
          <a:fontRef idx="minor"/>
        </p:style>
      </p:sp>
      <p:sp>
        <p:nvSpPr>
          <p:cNvPr id="232" name="CustomShape 75"/>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233" name="CustomShape 76"/>
          <p:cNvSpPr/>
          <p:nvPr/>
        </p:nvSpPr>
        <p:spPr>
          <a:xfrm>
            <a:off x="7407720" y="4390560"/>
            <a:ext cx="731520" cy="365760"/>
          </a:xfrm>
          <a:prstGeom prst="rect">
            <a:avLst/>
          </a:prstGeom>
          <a:solidFill>
            <a:srgbClr val="ffffff"/>
          </a:solidFill>
          <a:ln>
            <a:solidFill>
              <a:srgbClr val="000000"/>
            </a:solidFill>
          </a:ln>
        </p:spPr>
        <p:style>
          <a:lnRef idx="0"/>
          <a:fillRef idx="0"/>
          <a:effectRef idx="0"/>
          <a:fontRef idx="minor"/>
        </p:style>
      </p:sp>
      <p:sp>
        <p:nvSpPr>
          <p:cNvPr id="234" name="CustomShape 77"/>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235" name="CustomShape 78"/>
          <p:cNvSpPr/>
          <p:nvPr/>
        </p:nvSpPr>
        <p:spPr>
          <a:xfrm>
            <a:off x="7407720" y="4756320"/>
            <a:ext cx="731520" cy="365760"/>
          </a:xfrm>
          <a:prstGeom prst="rect">
            <a:avLst/>
          </a:prstGeom>
          <a:solidFill>
            <a:srgbClr val="ffffff"/>
          </a:solidFill>
          <a:ln>
            <a:solidFill>
              <a:srgbClr val="000000"/>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237"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238"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239" name="Line 4"/>
          <p:cNvSpPr/>
          <p:nvPr/>
        </p:nvSpPr>
        <p:spPr>
          <a:xfrm>
            <a:off x="1920240" y="182880"/>
            <a:ext cx="0" cy="320040"/>
          </a:xfrm>
          <a:prstGeom prst="line">
            <a:avLst/>
          </a:prstGeom>
          <a:ln>
            <a:solidFill>
              <a:srgbClr val="000000"/>
            </a:solidFill>
            <a:tailEnd len="med" type="triangle" w="med"/>
          </a:ln>
        </p:spPr>
        <p:style>
          <a:lnRef idx="0"/>
          <a:fillRef idx="0"/>
          <a:effectRef idx="0"/>
          <a:fontRef idx="minor"/>
        </p:style>
      </p:sp>
      <p:sp>
        <p:nvSpPr>
          <p:cNvPr id="240"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“eat”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curr[19] = 1</a:t>
            </a:r>
            <a:endParaRPr b="0" lang="en-US" sz="1800" spc="-1" strike="noStrike">
              <a:latin typeface="Arial"/>
            </a:endParaRPr>
          </a:p>
        </p:txBody>
      </p:sp>
      <p:sp>
        <p:nvSpPr>
          <p:cNvPr id="241"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242"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243"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244"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245"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246"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247" name="TextShape 12"/>
          <p:cNvSpPr txBox="1"/>
          <p:nvPr/>
        </p:nvSpPr>
        <p:spPr>
          <a:xfrm>
            <a:off x="367560" y="3401640"/>
            <a:ext cx="365760" cy="346320"/>
          </a:xfrm>
          <a:prstGeom prst="rect">
            <a:avLst/>
          </a:prstGeom>
          <a:noFill/>
          <a:ln>
            <a:noFill/>
          </a:ln>
        </p:spPr>
      </p:sp>
      <p:sp>
        <p:nvSpPr>
          <p:cNvPr id="248"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49"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50"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251"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52"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253"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54"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255"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256"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257"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58"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259"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60"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261"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62"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263"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64" name="TextShape 29"/>
          <p:cNvSpPr txBox="1"/>
          <p:nvPr/>
        </p:nvSpPr>
        <p:spPr>
          <a:xfrm>
            <a:off x="3291840" y="3401640"/>
            <a:ext cx="365760" cy="346320"/>
          </a:xfrm>
          <a:prstGeom prst="rect">
            <a:avLst/>
          </a:prstGeom>
          <a:noFill/>
          <a:ln>
            <a:noFill/>
          </a:ln>
        </p:spPr>
      </p:sp>
      <p:sp>
        <p:nvSpPr>
          <p:cNvPr id="265"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266"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67"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268"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69"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270"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71"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272"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73"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274"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75"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276"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77"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278"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79"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280"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81"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282"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83"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284"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85"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286"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287"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288"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89"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290"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91"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292"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93"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294"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95"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296"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97"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298"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299"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300"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301"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302"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303"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304" name="Line 69"/>
          <p:cNvSpPr/>
          <p:nvPr/>
        </p:nvSpPr>
        <p:spPr>
          <a:xfrm>
            <a:off x="2377440" y="1234800"/>
            <a:ext cx="0" cy="320040"/>
          </a:xfrm>
          <a:prstGeom prst="line">
            <a:avLst/>
          </a:prstGeom>
          <a:ln>
            <a:solidFill>
              <a:srgbClr val="000000"/>
            </a:solidFill>
            <a:tailEnd len="med" type="triangle" w="med"/>
          </a:ln>
        </p:spPr>
        <p:style>
          <a:lnRef idx="0"/>
          <a:fillRef idx="0"/>
          <a:effectRef idx="0"/>
          <a:fontRef idx="minor"/>
        </p:style>
      </p:sp>
      <p:sp>
        <p:nvSpPr>
          <p:cNvPr id="305" name="CustomShape 70"/>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306" name="CustomShape 71"/>
          <p:cNvSpPr/>
          <p:nvPr/>
        </p:nvSpPr>
        <p:spPr>
          <a:xfrm>
            <a:off x="7407720" y="3659040"/>
            <a:ext cx="73152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307" name="CustomShape 72"/>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308" name="CustomShape 73"/>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sp>
      <p:sp>
        <p:nvSpPr>
          <p:cNvPr id="309" name="CustomShape 74"/>
          <p:cNvSpPr/>
          <p:nvPr/>
        </p:nvSpPr>
        <p:spPr>
          <a:xfrm>
            <a:off x="7407720" y="4024800"/>
            <a:ext cx="731520" cy="365760"/>
          </a:xfrm>
          <a:prstGeom prst="rect">
            <a:avLst/>
          </a:prstGeom>
          <a:solidFill>
            <a:srgbClr val="ffffff"/>
          </a:solidFill>
          <a:ln>
            <a:solidFill>
              <a:srgbClr val="000000"/>
            </a:solidFill>
          </a:ln>
        </p:spPr>
        <p:style>
          <a:lnRef idx="0"/>
          <a:fillRef idx="0"/>
          <a:effectRef idx="0"/>
          <a:fontRef idx="minor"/>
        </p:style>
      </p:sp>
      <p:sp>
        <p:nvSpPr>
          <p:cNvPr id="310" name="CustomShape 75"/>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311" name="CustomShape 76"/>
          <p:cNvSpPr/>
          <p:nvPr/>
        </p:nvSpPr>
        <p:spPr>
          <a:xfrm>
            <a:off x="7407720" y="4390560"/>
            <a:ext cx="731520" cy="365760"/>
          </a:xfrm>
          <a:prstGeom prst="rect">
            <a:avLst/>
          </a:prstGeom>
          <a:solidFill>
            <a:srgbClr val="ffffff"/>
          </a:solidFill>
          <a:ln>
            <a:solidFill>
              <a:srgbClr val="000000"/>
            </a:solidFill>
          </a:ln>
        </p:spPr>
        <p:style>
          <a:lnRef idx="0"/>
          <a:fillRef idx="0"/>
          <a:effectRef idx="0"/>
          <a:fontRef idx="minor"/>
        </p:style>
      </p:sp>
      <p:sp>
        <p:nvSpPr>
          <p:cNvPr id="312" name="CustomShape 77"/>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313" name="CustomShape 78"/>
          <p:cNvSpPr/>
          <p:nvPr/>
        </p:nvSpPr>
        <p:spPr>
          <a:xfrm>
            <a:off x="7407720" y="4756320"/>
            <a:ext cx="731520" cy="365760"/>
          </a:xfrm>
          <a:prstGeom prst="rect">
            <a:avLst/>
          </a:prstGeom>
          <a:solidFill>
            <a:srgbClr val="ffffff"/>
          </a:solidFill>
          <a:ln>
            <a:solidFill>
              <a:srgbClr val="000000"/>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315"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316"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317" name="Line 4"/>
          <p:cNvSpPr/>
          <p:nvPr/>
        </p:nvSpPr>
        <p:spPr>
          <a:xfrm>
            <a:off x="1920240" y="182880"/>
            <a:ext cx="0" cy="320040"/>
          </a:xfrm>
          <a:prstGeom prst="line">
            <a:avLst/>
          </a:prstGeom>
          <a:ln>
            <a:solidFill>
              <a:srgbClr val="000000"/>
            </a:solidFill>
            <a:tailEnd len="med" type="triangle" w="med"/>
          </a:ln>
        </p:spPr>
        <p:style>
          <a:lnRef idx="0"/>
          <a:fillRef idx="0"/>
          <a:effectRef idx="0"/>
          <a:fontRef idx="minor"/>
        </p:style>
      </p:sp>
      <p:sp>
        <p:nvSpPr>
          <p:cNvPr id="318" name="CustomShape 5"/>
          <p:cNvSpPr/>
          <p:nvPr/>
        </p:nvSpPr>
        <p:spPr>
          <a:xfrm>
            <a:off x="327960" y="4297680"/>
            <a:ext cx="3512520" cy="7315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“eat”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res[k1] = [“eat”]</a:t>
            </a:r>
            <a:endParaRPr b="0" lang="en-US" sz="1800" spc="-1" strike="noStrike">
              <a:latin typeface="Arial"/>
            </a:endParaRPr>
          </a:p>
        </p:txBody>
      </p:sp>
      <p:sp>
        <p:nvSpPr>
          <p:cNvPr id="319"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320"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321"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322"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323"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324"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325" name="TextShape 12"/>
          <p:cNvSpPr txBox="1"/>
          <p:nvPr/>
        </p:nvSpPr>
        <p:spPr>
          <a:xfrm>
            <a:off x="367560" y="3401640"/>
            <a:ext cx="365760" cy="346320"/>
          </a:xfrm>
          <a:prstGeom prst="rect">
            <a:avLst/>
          </a:prstGeom>
          <a:noFill/>
          <a:ln>
            <a:noFill/>
          </a:ln>
        </p:spPr>
      </p:sp>
      <p:sp>
        <p:nvSpPr>
          <p:cNvPr id="326"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27"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28"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329"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30"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331"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32"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333"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334"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335"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36"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337"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38"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339"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40"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341"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42" name="TextShape 29"/>
          <p:cNvSpPr txBox="1"/>
          <p:nvPr/>
        </p:nvSpPr>
        <p:spPr>
          <a:xfrm>
            <a:off x="3291840" y="3401640"/>
            <a:ext cx="365760" cy="346320"/>
          </a:xfrm>
          <a:prstGeom prst="rect">
            <a:avLst/>
          </a:prstGeom>
          <a:noFill/>
          <a:ln>
            <a:noFill/>
          </a:ln>
        </p:spPr>
      </p:sp>
      <p:sp>
        <p:nvSpPr>
          <p:cNvPr id="343"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344"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45"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346"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47"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348"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49"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350"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51"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352"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53"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354"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55"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356"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57"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358"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59"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360"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61"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362"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63"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364"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365"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366"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67"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368"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69"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370"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71"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372"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73"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374"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75"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376"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377"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378"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379"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380"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381"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382"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383"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384"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385"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386"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[eat]</a:t>
            </a:r>
            <a:endParaRPr b="0" lang="en-US" sz="1800" spc="-1" strike="noStrike">
              <a:latin typeface="Arial"/>
            </a:endParaRPr>
          </a:p>
        </p:txBody>
      </p:sp>
      <p:sp>
        <p:nvSpPr>
          <p:cNvPr id="387"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388"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sp>
      <p:sp>
        <p:nvSpPr>
          <p:cNvPr id="389"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390"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391" name="CustomShape 78"/>
          <p:cNvSpPr/>
          <p:nvPr/>
        </p:nvSpPr>
        <p:spPr>
          <a:xfrm>
            <a:off x="4297680" y="1281240"/>
            <a:ext cx="5669280" cy="3646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393"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394"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395" name="Line 4"/>
          <p:cNvSpPr/>
          <p:nvPr/>
        </p:nvSpPr>
        <p:spPr>
          <a:xfrm>
            <a:off x="2834640" y="182880"/>
            <a:ext cx="0" cy="320040"/>
          </a:xfrm>
          <a:prstGeom prst="line">
            <a:avLst/>
          </a:prstGeom>
          <a:ln>
            <a:solidFill>
              <a:srgbClr val="000000"/>
            </a:solidFill>
            <a:tailEnd len="med" type="triangle" w="med"/>
          </a:ln>
        </p:spPr>
        <p:style>
          <a:lnRef idx="0"/>
          <a:fillRef idx="0"/>
          <a:effectRef idx="0"/>
          <a:fontRef idx="minor"/>
        </p:style>
      </p:sp>
      <p:sp>
        <p:nvSpPr>
          <p:cNvPr id="396"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“tea”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curr[19] = 1</a:t>
            </a:r>
            <a:endParaRPr b="0" lang="en-US" sz="1800" spc="-1" strike="noStrike">
              <a:latin typeface="Arial"/>
            </a:endParaRPr>
          </a:p>
        </p:txBody>
      </p:sp>
      <p:sp>
        <p:nvSpPr>
          <p:cNvPr id="397"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398"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399"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400"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401"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402"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03" name="TextShape 12"/>
          <p:cNvSpPr txBox="1"/>
          <p:nvPr/>
        </p:nvSpPr>
        <p:spPr>
          <a:xfrm>
            <a:off x="367560" y="3401640"/>
            <a:ext cx="365760" cy="346320"/>
          </a:xfrm>
          <a:prstGeom prst="rect">
            <a:avLst/>
          </a:prstGeom>
          <a:noFill/>
          <a:ln>
            <a:noFill/>
          </a:ln>
        </p:spPr>
      </p:sp>
      <p:sp>
        <p:nvSpPr>
          <p:cNvPr id="404"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05"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06"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407"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08"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409"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10"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411"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12"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413"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14"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415"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16"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417"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18"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419"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20" name="TextShape 29"/>
          <p:cNvSpPr txBox="1"/>
          <p:nvPr/>
        </p:nvSpPr>
        <p:spPr>
          <a:xfrm>
            <a:off x="3291840" y="3401640"/>
            <a:ext cx="365760" cy="346320"/>
          </a:xfrm>
          <a:prstGeom prst="rect">
            <a:avLst/>
          </a:prstGeom>
          <a:noFill/>
          <a:ln>
            <a:noFill/>
          </a:ln>
        </p:spPr>
      </p:sp>
      <p:sp>
        <p:nvSpPr>
          <p:cNvPr id="421"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422"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23"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424"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25"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426"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27"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428"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29"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430"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31"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432"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33"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434"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35"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436"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37"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438"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39"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440"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41"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442"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443"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444"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45"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446"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47"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448"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49"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450"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51"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452"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53"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454"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55"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456"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457"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458"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459"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460"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461"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462"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463"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464"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[eat]</a:t>
            </a:r>
            <a:endParaRPr b="0" lang="en-US" sz="1800" spc="-1" strike="noStrike">
              <a:latin typeface="Arial"/>
            </a:endParaRPr>
          </a:p>
        </p:txBody>
      </p:sp>
      <p:sp>
        <p:nvSpPr>
          <p:cNvPr id="465"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466"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sp>
      <p:sp>
        <p:nvSpPr>
          <p:cNvPr id="467"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468"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469" name="CustomShape 78"/>
          <p:cNvSpPr/>
          <p:nvPr/>
        </p:nvSpPr>
        <p:spPr>
          <a:xfrm>
            <a:off x="4297680" y="1281240"/>
            <a:ext cx="5669280" cy="3646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470" name="Line 79"/>
          <p:cNvSpPr/>
          <p:nvPr/>
        </p:nvSpPr>
        <p:spPr>
          <a:xfrm>
            <a:off x="128016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472"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473"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474" name="Line 4"/>
          <p:cNvSpPr/>
          <p:nvPr/>
        </p:nvSpPr>
        <p:spPr>
          <a:xfrm>
            <a:off x="2834640" y="182880"/>
            <a:ext cx="0" cy="320040"/>
          </a:xfrm>
          <a:prstGeom prst="line">
            <a:avLst/>
          </a:prstGeom>
          <a:ln>
            <a:solidFill>
              <a:srgbClr val="000000"/>
            </a:solidFill>
            <a:tailEnd len="med" type="triangle" w="med"/>
          </a:ln>
        </p:spPr>
        <p:style>
          <a:lnRef idx="0"/>
          <a:fillRef idx="0"/>
          <a:effectRef idx="0"/>
          <a:fontRef idx="minor"/>
        </p:style>
      </p:sp>
      <p:sp>
        <p:nvSpPr>
          <p:cNvPr id="475"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“tea”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‘e’</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curr[4] = 1</a:t>
            </a:r>
            <a:endParaRPr b="0" lang="en-US" sz="1800" spc="-1" strike="noStrike">
              <a:latin typeface="Arial"/>
            </a:endParaRPr>
          </a:p>
        </p:txBody>
      </p:sp>
      <p:sp>
        <p:nvSpPr>
          <p:cNvPr id="476"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477"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478"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479"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480"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481"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82" name="TextShape 12"/>
          <p:cNvSpPr txBox="1"/>
          <p:nvPr/>
        </p:nvSpPr>
        <p:spPr>
          <a:xfrm>
            <a:off x="367560" y="3401640"/>
            <a:ext cx="365760" cy="346320"/>
          </a:xfrm>
          <a:prstGeom prst="rect">
            <a:avLst/>
          </a:prstGeom>
          <a:noFill/>
          <a:ln>
            <a:noFill/>
          </a:ln>
        </p:spPr>
      </p:sp>
      <p:sp>
        <p:nvSpPr>
          <p:cNvPr id="483"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84"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85"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486"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87"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488"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89"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490"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491"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492"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93"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494"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95"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496"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97"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498"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499" name="TextShape 29"/>
          <p:cNvSpPr txBox="1"/>
          <p:nvPr/>
        </p:nvSpPr>
        <p:spPr>
          <a:xfrm>
            <a:off x="3291840" y="3401640"/>
            <a:ext cx="365760" cy="346320"/>
          </a:xfrm>
          <a:prstGeom prst="rect">
            <a:avLst/>
          </a:prstGeom>
          <a:noFill/>
          <a:ln>
            <a:noFill/>
          </a:ln>
        </p:spPr>
      </p:sp>
      <p:sp>
        <p:nvSpPr>
          <p:cNvPr id="500"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501"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02"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503"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04"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505"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06"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507"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08"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509"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10"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511"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12"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513"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14"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515"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16"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517"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18"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519"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20"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521"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522"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523"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24"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525"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26"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527"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28"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529"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30"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531"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32"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533"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34"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535"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536"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537"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538"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539"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540"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541"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542"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543"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[eat]</a:t>
            </a:r>
            <a:endParaRPr b="0" lang="en-US" sz="1800" spc="-1" strike="noStrike">
              <a:latin typeface="Arial"/>
            </a:endParaRPr>
          </a:p>
        </p:txBody>
      </p:sp>
      <p:sp>
        <p:nvSpPr>
          <p:cNvPr id="544"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545"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sp>
      <p:sp>
        <p:nvSpPr>
          <p:cNvPr id="546"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547"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548" name="CustomShape 78"/>
          <p:cNvSpPr/>
          <p:nvPr/>
        </p:nvSpPr>
        <p:spPr>
          <a:xfrm>
            <a:off x="4297680" y="1281240"/>
            <a:ext cx="5669280" cy="3646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549" name="Line 79"/>
          <p:cNvSpPr/>
          <p:nvPr/>
        </p:nvSpPr>
        <p:spPr>
          <a:xfrm>
            <a:off x="182880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551"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552"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553" name="Line 4"/>
          <p:cNvSpPr/>
          <p:nvPr/>
        </p:nvSpPr>
        <p:spPr>
          <a:xfrm>
            <a:off x="2834640" y="182880"/>
            <a:ext cx="0" cy="320040"/>
          </a:xfrm>
          <a:prstGeom prst="line">
            <a:avLst/>
          </a:prstGeom>
          <a:ln>
            <a:solidFill>
              <a:srgbClr val="000000"/>
            </a:solidFill>
            <a:tailEnd len="med" type="triangle" w="med"/>
          </a:ln>
        </p:spPr>
        <p:style>
          <a:lnRef idx="0"/>
          <a:fillRef idx="0"/>
          <a:effectRef idx="0"/>
          <a:fontRef idx="minor"/>
        </p:style>
      </p:sp>
      <p:sp>
        <p:nvSpPr>
          <p:cNvPr id="554"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“tea”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curr[0] = 1</a:t>
            </a:r>
            <a:endParaRPr b="0" lang="en-US" sz="1800" spc="-1" strike="noStrike">
              <a:latin typeface="Arial"/>
            </a:endParaRPr>
          </a:p>
        </p:txBody>
      </p:sp>
      <p:sp>
        <p:nvSpPr>
          <p:cNvPr id="555"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556"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557"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558"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559"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560"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561" name="TextShape 12"/>
          <p:cNvSpPr txBox="1"/>
          <p:nvPr/>
        </p:nvSpPr>
        <p:spPr>
          <a:xfrm>
            <a:off x="367560" y="3401640"/>
            <a:ext cx="365760" cy="346320"/>
          </a:xfrm>
          <a:prstGeom prst="rect">
            <a:avLst/>
          </a:prstGeom>
          <a:noFill/>
          <a:ln>
            <a:noFill/>
          </a:ln>
        </p:spPr>
      </p:sp>
      <p:sp>
        <p:nvSpPr>
          <p:cNvPr id="562"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63"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64"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565"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66"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567"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68"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569"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570"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571"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72"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573"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74"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575"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76"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577"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78" name="TextShape 29"/>
          <p:cNvSpPr txBox="1"/>
          <p:nvPr/>
        </p:nvSpPr>
        <p:spPr>
          <a:xfrm>
            <a:off x="3291840" y="3401640"/>
            <a:ext cx="365760" cy="346320"/>
          </a:xfrm>
          <a:prstGeom prst="rect">
            <a:avLst/>
          </a:prstGeom>
          <a:noFill/>
          <a:ln>
            <a:noFill/>
          </a:ln>
        </p:spPr>
      </p:sp>
      <p:sp>
        <p:nvSpPr>
          <p:cNvPr id="579"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580"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81"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582"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83"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584"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85"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586"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87"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588"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89"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590"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91"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592"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93"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594"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95"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596"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97"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598"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599"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600"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601"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602"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03"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604"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05"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606"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07"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608"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09"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610"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11"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612"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13"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614"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615"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616"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617"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618"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619"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620"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621"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622"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[eat]</a:t>
            </a:r>
            <a:endParaRPr b="0" lang="en-US" sz="1800" spc="-1" strike="noStrike">
              <a:latin typeface="Arial"/>
            </a:endParaRPr>
          </a:p>
        </p:txBody>
      </p:sp>
      <p:sp>
        <p:nvSpPr>
          <p:cNvPr id="623"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624"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sp>
      <p:sp>
        <p:nvSpPr>
          <p:cNvPr id="625"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626"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627" name="CustomShape 78"/>
          <p:cNvSpPr/>
          <p:nvPr/>
        </p:nvSpPr>
        <p:spPr>
          <a:xfrm>
            <a:off x="4297680" y="1281240"/>
            <a:ext cx="5669280" cy="3646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628" name="Line 79"/>
          <p:cNvSpPr/>
          <p:nvPr/>
        </p:nvSpPr>
        <p:spPr>
          <a:xfrm>
            <a:off x="2377440" y="12348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630"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631"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632" name="Line 4"/>
          <p:cNvSpPr/>
          <p:nvPr/>
        </p:nvSpPr>
        <p:spPr>
          <a:xfrm>
            <a:off x="2834640" y="182880"/>
            <a:ext cx="0" cy="320040"/>
          </a:xfrm>
          <a:prstGeom prst="line">
            <a:avLst/>
          </a:prstGeom>
          <a:ln>
            <a:solidFill>
              <a:srgbClr val="000000"/>
            </a:solidFill>
            <a:tailEnd len="med" type="triangle" w="med"/>
          </a:ln>
        </p:spPr>
        <p:style>
          <a:lnRef idx="0"/>
          <a:fillRef idx="0"/>
          <a:effectRef idx="0"/>
          <a:fontRef idx="minor"/>
        </p:style>
      </p:sp>
      <p:sp>
        <p:nvSpPr>
          <p:cNvPr id="633" name="CustomShape 5"/>
          <p:cNvSpPr/>
          <p:nvPr/>
        </p:nvSpPr>
        <p:spPr>
          <a:xfrm>
            <a:off x="327960" y="4297680"/>
            <a:ext cx="3512520" cy="7315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a:t>
            </a:r>
            <a:r>
              <a:rPr b="0" lang="en-US" sz="1800" spc="-1" strike="noStrike">
                <a:solidFill>
                  <a:srgbClr val="000000"/>
                </a:solidFill>
                <a:latin typeface="Arial"/>
                <a:ea typeface="DejaVu Sans"/>
              </a:rPr>
              <a:t>d = </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res[</a:t>
            </a:r>
            <a:r>
              <a:rPr b="0" lang="en-US" sz="1800" spc="-1" strike="noStrike">
                <a:solidFill>
                  <a:srgbClr val="000000"/>
                </a:solidFill>
                <a:latin typeface="Arial"/>
                <a:ea typeface="DejaVu Sans"/>
              </a:rPr>
              <a:t>k1] </a:t>
            </a: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634"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635"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636"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637"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638"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639"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640" name="TextShape 12"/>
          <p:cNvSpPr txBox="1"/>
          <p:nvPr/>
        </p:nvSpPr>
        <p:spPr>
          <a:xfrm>
            <a:off x="367560" y="3401640"/>
            <a:ext cx="365760" cy="346320"/>
          </a:xfrm>
          <a:prstGeom prst="rect">
            <a:avLst/>
          </a:prstGeom>
          <a:noFill/>
          <a:ln>
            <a:noFill/>
          </a:ln>
        </p:spPr>
      </p:sp>
      <p:sp>
        <p:nvSpPr>
          <p:cNvPr id="641"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42"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43"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644"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45"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646"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47"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648"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649"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650"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51"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652"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53"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654"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55"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656"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57" name="TextShape 29"/>
          <p:cNvSpPr txBox="1"/>
          <p:nvPr/>
        </p:nvSpPr>
        <p:spPr>
          <a:xfrm>
            <a:off x="3291840" y="3401640"/>
            <a:ext cx="365760" cy="346320"/>
          </a:xfrm>
          <a:prstGeom prst="rect">
            <a:avLst/>
          </a:prstGeom>
          <a:noFill/>
          <a:ln>
            <a:noFill/>
          </a:ln>
        </p:spPr>
      </p:sp>
      <p:sp>
        <p:nvSpPr>
          <p:cNvPr id="658"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659"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60"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661"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62"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663"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64"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665"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66"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667"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68"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669"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70"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671"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72"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673"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74"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675"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76"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677"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78"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679"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680"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681"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82"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683"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84"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685"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86"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687"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88"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689"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90"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691"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692"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693"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694"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695"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696"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697"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698"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699"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700"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701"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latin typeface="Arial"/>
                <a:ea typeface="Noto Sans CJK SC"/>
              </a:rPr>
              <a:t>“</a:t>
            </a:r>
            <a:r>
              <a:rPr b="0" lang="en-US" sz="1800" spc="-1" strike="noStrike">
                <a:solidFill>
                  <a:srgbClr val="000000"/>
                </a:solidFill>
                <a:latin typeface="Arial"/>
                <a:ea typeface="DejaVu Sans"/>
              </a:rPr>
              <a:t>tea”</a:t>
            </a:r>
            <a:r>
              <a:rPr b="0" lang="en-US" sz="1800" spc="-1" strike="noStrike">
                <a:latin typeface="Arial"/>
              </a:rPr>
              <a:t>]</a:t>
            </a:r>
            <a:endParaRPr b="0" lang="en-US" sz="1800" spc="-1" strike="noStrike">
              <a:latin typeface="Arial"/>
            </a:endParaRPr>
          </a:p>
        </p:txBody>
      </p:sp>
      <p:sp>
        <p:nvSpPr>
          <p:cNvPr id="702"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703"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sp>
      <p:sp>
        <p:nvSpPr>
          <p:cNvPr id="704"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705"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706" name="CustomShape 78"/>
          <p:cNvSpPr/>
          <p:nvPr/>
        </p:nvSpPr>
        <p:spPr>
          <a:xfrm>
            <a:off x="4297680" y="1281240"/>
            <a:ext cx="5669280" cy="3646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708"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709"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710" name="Line 4"/>
          <p:cNvSpPr/>
          <p:nvPr/>
        </p:nvSpPr>
        <p:spPr>
          <a:xfrm>
            <a:off x="3749040" y="182880"/>
            <a:ext cx="0" cy="320040"/>
          </a:xfrm>
          <a:prstGeom prst="line">
            <a:avLst/>
          </a:prstGeom>
          <a:ln>
            <a:solidFill>
              <a:srgbClr val="000000"/>
            </a:solidFill>
            <a:tailEnd len="med" type="triangle" w="med"/>
          </a:ln>
        </p:spPr>
        <p:style>
          <a:lnRef idx="0"/>
          <a:fillRef idx="0"/>
          <a:effectRef idx="0"/>
          <a:fontRef idx="minor"/>
        </p:style>
      </p:sp>
      <p:sp>
        <p:nvSpPr>
          <p:cNvPr id="711"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a:t>
            </a:r>
            <a:r>
              <a:rPr b="0" lang="en-US" sz="1800" spc="-1" strike="noStrike">
                <a:solidFill>
                  <a:srgbClr val="000000"/>
                </a:solidFill>
                <a:latin typeface="Arial"/>
                <a:ea typeface="DejaVu Sans"/>
              </a:rPr>
              <a:t>“tan”</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a:t>
            </a:r>
            <a:r>
              <a:rPr b="0" lang="en-US" sz="1800" spc="-1" strike="noStrike">
                <a:solidFill>
                  <a:srgbClr val="000000"/>
                </a:solidFill>
                <a:latin typeface="Arial"/>
                <a:ea typeface="DejaVu Sans"/>
              </a:rPr>
              <a:t>– ‘a’] </a:t>
            </a:r>
            <a:r>
              <a:rPr b="0" lang="en-US" sz="1800" spc="-1" strike="noStrike">
                <a:solidFill>
                  <a:srgbClr val="000000"/>
                </a:solidFill>
                <a:latin typeface="Arial"/>
                <a:ea typeface="DejaVu Sans"/>
              </a:rPr>
              <a:t>+= 1 = </a:t>
            </a:r>
            <a:r>
              <a:rPr b="0" lang="en-US" sz="1800" spc="-1" strike="noStrike">
                <a:solidFill>
                  <a:srgbClr val="000000"/>
                </a:solidFill>
                <a:latin typeface="Arial"/>
                <a:ea typeface="DejaVu Sans"/>
              </a:rPr>
              <a:t>curr[19</a:t>
            </a:r>
            <a:r>
              <a:rPr b="0" lang="en-US" sz="1800" spc="-1" strike="noStrike">
                <a:solidFill>
                  <a:srgbClr val="000000"/>
                </a:solidFill>
                <a:latin typeface="Arial"/>
                <a:ea typeface="DejaVu Sans"/>
              </a:rPr>
              <a:t>] = 1</a:t>
            </a:r>
            <a:endParaRPr b="0" lang="en-US" sz="1800" spc="-1" strike="noStrike">
              <a:latin typeface="Arial"/>
            </a:endParaRPr>
          </a:p>
        </p:txBody>
      </p:sp>
      <p:sp>
        <p:nvSpPr>
          <p:cNvPr id="712"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713"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714"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715"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716"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717"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18" name="TextShape 12"/>
          <p:cNvSpPr txBox="1"/>
          <p:nvPr/>
        </p:nvSpPr>
        <p:spPr>
          <a:xfrm>
            <a:off x="367560" y="3401640"/>
            <a:ext cx="365760" cy="346320"/>
          </a:xfrm>
          <a:prstGeom prst="rect">
            <a:avLst/>
          </a:prstGeom>
          <a:noFill/>
          <a:ln>
            <a:noFill/>
          </a:ln>
        </p:spPr>
      </p:sp>
      <p:sp>
        <p:nvSpPr>
          <p:cNvPr id="719"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20"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21"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722"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23"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724"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25"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726"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27"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728"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29"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730"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31"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732"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33"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734"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35" name="TextShape 29"/>
          <p:cNvSpPr txBox="1"/>
          <p:nvPr/>
        </p:nvSpPr>
        <p:spPr>
          <a:xfrm>
            <a:off x="3291840" y="3401640"/>
            <a:ext cx="365760" cy="346320"/>
          </a:xfrm>
          <a:prstGeom prst="rect">
            <a:avLst/>
          </a:prstGeom>
          <a:noFill/>
          <a:ln>
            <a:noFill/>
          </a:ln>
        </p:spPr>
      </p:sp>
      <p:sp>
        <p:nvSpPr>
          <p:cNvPr id="736"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737"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38"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739"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40"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741"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42"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743"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44"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745"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46"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747"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48"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749"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50"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751"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52"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753"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54"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755"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56"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757"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758"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759"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60"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761"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62"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763"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64"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765"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66"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767"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68"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769"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70"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771"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772"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773"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774"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
            </a:r>
            <a:endParaRPr b="0" lang="en-US" sz="1800" spc="-1" strike="noStrike">
              <a:latin typeface="Arial"/>
            </a:endParaRPr>
          </a:p>
        </p:txBody>
      </p:sp>
      <p:sp>
        <p:nvSpPr>
          <p:cNvPr id="775"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776"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777"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778"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779"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a:t>
            </a:r>
            <a:r>
              <a:rPr b="0" lang="en-US" sz="1800" spc="-1" strike="noStrike">
                <a:latin typeface="Arial"/>
              </a:rPr>
              <a:t>]</a:t>
            </a:r>
            <a:endParaRPr b="0" lang="en-US" sz="1800" spc="-1" strike="noStrike">
              <a:latin typeface="Arial"/>
            </a:endParaRPr>
          </a:p>
        </p:txBody>
      </p:sp>
      <p:sp>
        <p:nvSpPr>
          <p:cNvPr id="780"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781"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sp>
      <p:sp>
        <p:nvSpPr>
          <p:cNvPr id="782"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783"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784" name="CustomShape 78"/>
          <p:cNvSpPr/>
          <p:nvPr/>
        </p:nvSpPr>
        <p:spPr>
          <a:xfrm>
            <a:off x="4297680" y="1281240"/>
            <a:ext cx="5669280" cy="3646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785" name="Line 79"/>
          <p:cNvSpPr/>
          <p:nvPr/>
        </p:nvSpPr>
        <p:spPr>
          <a:xfrm>
            <a:off x="128016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787"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788"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789" name="Line 4"/>
          <p:cNvSpPr/>
          <p:nvPr/>
        </p:nvSpPr>
        <p:spPr>
          <a:xfrm>
            <a:off x="3749040" y="182880"/>
            <a:ext cx="0" cy="320040"/>
          </a:xfrm>
          <a:prstGeom prst="line">
            <a:avLst/>
          </a:prstGeom>
          <a:ln>
            <a:solidFill>
              <a:srgbClr val="000000"/>
            </a:solidFill>
            <a:tailEnd len="med" type="triangle" w="med"/>
          </a:ln>
        </p:spPr>
        <p:style>
          <a:lnRef idx="0"/>
          <a:fillRef idx="0"/>
          <a:effectRef idx="0"/>
          <a:fontRef idx="minor"/>
        </p:style>
      </p:sp>
      <p:sp>
        <p:nvSpPr>
          <p:cNvPr id="790"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“tan”</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curr[0] = 1</a:t>
            </a:r>
            <a:endParaRPr b="0" lang="en-US" sz="1800" spc="-1" strike="noStrike">
              <a:latin typeface="Arial"/>
            </a:endParaRPr>
          </a:p>
        </p:txBody>
      </p:sp>
      <p:sp>
        <p:nvSpPr>
          <p:cNvPr id="791"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792"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793"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794"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795"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796"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797" name="TextShape 12"/>
          <p:cNvSpPr txBox="1"/>
          <p:nvPr/>
        </p:nvSpPr>
        <p:spPr>
          <a:xfrm>
            <a:off x="367560" y="3401640"/>
            <a:ext cx="365760" cy="346320"/>
          </a:xfrm>
          <a:prstGeom prst="rect">
            <a:avLst/>
          </a:prstGeom>
          <a:noFill/>
          <a:ln>
            <a:noFill/>
          </a:ln>
        </p:spPr>
      </p:sp>
      <p:sp>
        <p:nvSpPr>
          <p:cNvPr id="798"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799"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00"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801"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02"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803"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04"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805"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06"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807"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08"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809"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10"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811"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12"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813"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14" name="TextShape 29"/>
          <p:cNvSpPr txBox="1"/>
          <p:nvPr/>
        </p:nvSpPr>
        <p:spPr>
          <a:xfrm>
            <a:off x="3291840" y="3401640"/>
            <a:ext cx="365760" cy="346320"/>
          </a:xfrm>
          <a:prstGeom prst="rect">
            <a:avLst/>
          </a:prstGeom>
          <a:noFill/>
          <a:ln>
            <a:noFill/>
          </a:ln>
        </p:spPr>
      </p:sp>
      <p:sp>
        <p:nvSpPr>
          <p:cNvPr id="815"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816"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17"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818"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19"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820"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21"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822"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23"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824"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25"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826"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27"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828"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29"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830"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31"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832"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33"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834"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35"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836"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837"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838"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39"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840"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41"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842"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43"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844"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45"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846"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47"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848"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49"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850"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851"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852"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853"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
            </a:r>
            <a:endParaRPr b="0" lang="en-US" sz="1800" spc="-1" strike="noStrike">
              <a:latin typeface="Arial"/>
            </a:endParaRPr>
          </a:p>
        </p:txBody>
      </p:sp>
      <p:sp>
        <p:nvSpPr>
          <p:cNvPr id="854"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855"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856"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857"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858"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a:t>
            </a:r>
            <a:r>
              <a:rPr b="0" lang="en-US" sz="1800" spc="-1" strike="noStrike">
                <a:latin typeface="Arial"/>
              </a:rPr>
              <a:t>]</a:t>
            </a:r>
            <a:endParaRPr b="0" lang="en-US" sz="1800" spc="-1" strike="noStrike">
              <a:latin typeface="Arial"/>
            </a:endParaRPr>
          </a:p>
        </p:txBody>
      </p:sp>
      <p:sp>
        <p:nvSpPr>
          <p:cNvPr id="859"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860"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sp>
      <p:sp>
        <p:nvSpPr>
          <p:cNvPr id="861"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862"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863" name="CustomShape 78"/>
          <p:cNvSpPr/>
          <p:nvPr/>
        </p:nvSpPr>
        <p:spPr>
          <a:xfrm>
            <a:off x="4297680" y="1281240"/>
            <a:ext cx="5669280" cy="3646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864" name="Line 79"/>
          <p:cNvSpPr/>
          <p:nvPr/>
        </p:nvSpPr>
        <p:spPr>
          <a:xfrm>
            <a:off x="182880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866"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867"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868" name="Line 4"/>
          <p:cNvSpPr/>
          <p:nvPr/>
        </p:nvSpPr>
        <p:spPr>
          <a:xfrm>
            <a:off x="3749040" y="182880"/>
            <a:ext cx="0" cy="320040"/>
          </a:xfrm>
          <a:prstGeom prst="line">
            <a:avLst/>
          </a:prstGeom>
          <a:ln>
            <a:solidFill>
              <a:srgbClr val="000000"/>
            </a:solidFill>
            <a:tailEnd len="med" type="triangle" w="med"/>
          </a:ln>
        </p:spPr>
        <p:style>
          <a:lnRef idx="0"/>
          <a:fillRef idx="0"/>
          <a:effectRef idx="0"/>
          <a:fontRef idx="minor"/>
        </p:style>
      </p:sp>
      <p:sp>
        <p:nvSpPr>
          <p:cNvPr id="869"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“tan”</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‘n’</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curr[13] = 1</a:t>
            </a:r>
            <a:endParaRPr b="0" lang="en-US" sz="1800" spc="-1" strike="noStrike">
              <a:latin typeface="Arial"/>
            </a:endParaRPr>
          </a:p>
        </p:txBody>
      </p:sp>
      <p:sp>
        <p:nvSpPr>
          <p:cNvPr id="870"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871"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872"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873"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874"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875"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876" name="TextShape 12"/>
          <p:cNvSpPr txBox="1"/>
          <p:nvPr/>
        </p:nvSpPr>
        <p:spPr>
          <a:xfrm>
            <a:off x="367560" y="3401640"/>
            <a:ext cx="365760" cy="346320"/>
          </a:xfrm>
          <a:prstGeom prst="rect">
            <a:avLst/>
          </a:prstGeom>
          <a:noFill/>
          <a:ln>
            <a:noFill/>
          </a:ln>
        </p:spPr>
      </p:sp>
      <p:sp>
        <p:nvSpPr>
          <p:cNvPr id="877"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78"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79"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880"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81"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882"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83"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884"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85"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886"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87"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888"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89"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890"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91"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892"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93" name="TextShape 29"/>
          <p:cNvSpPr txBox="1"/>
          <p:nvPr/>
        </p:nvSpPr>
        <p:spPr>
          <a:xfrm>
            <a:off x="3291840" y="3401640"/>
            <a:ext cx="365760" cy="346320"/>
          </a:xfrm>
          <a:prstGeom prst="rect">
            <a:avLst/>
          </a:prstGeom>
          <a:noFill/>
          <a:ln>
            <a:noFill/>
          </a:ln>
        </p:spPr>
      </p:sp>
      <p:sp>
        <p:nvSpPr>
          <p:cNvPr id="894"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895"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96"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897"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898"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899"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00"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901"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02"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903"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904"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905"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06"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907"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08"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909"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10"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911"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12"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913"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14"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915"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916"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917"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18"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919"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20"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921"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22"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923"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24"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925"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26"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927"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28"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929"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930"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931"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932"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
            </a:r>
            <a:endParaRPr b="0" lang="en-US" sz="1800" spc="-1" strike="noStrike">
              <a:latin typeface="Arial"/>
            </a:endParaRPr>
          </a:p>
        </p:txBody>
      </p:sp>
      <p:sp>
        <p:nvSpPr>
          <p:cNvPr id="933"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934"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935"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936"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937"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a:t>
            </a:r>
            <a:r>
              <a:rPr b="0" lang="en-US" sz="1800" spc="-1" strike="noStrike">
                <a:latin typeface="Arial"/>
              </a:rPr>
              <a:t>]</a:t>
            </a:r>
            <a:endParaRPr b="0" lang="en-US" sz="1800" spc="-1" strike="noStrike">
              <a:latin typeface="Arial"/>
            </a:endParaRPr>
          </a:p>
        </p:txBody>
      </p:sp>
      <p:sp>
        <p:nvSpPr>
          <p:cNvPr id="938"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sp>
      <p:sp>
        <p:nvSpPr>
          <p:cNvPr id="939"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sp>
      <p:sp>
        <p:nvSpPr>
          <p:cNvPr id="940"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941"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942" name="CustomShape 78"/>
          <p:cNvSpPr/>
          <p:nvPr/>
        </p:nvSpPr>
        <p:spPr>
          <a:xfrm>
            <a:off x="4297680" y="1281240"/>
            <a:ext cx="5669280" cy="3646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943" name="Line 79"/>
          <p:cNvSpPr/>
          <p:nvPr/>
        </p:nvSpPr>
        <p:spPr>
          <a:xfrm>
            <a:off x="2377440" y="12348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945"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946"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947" name="Line 4"/>
          <p:cNvSpPr/>
          <p:nvPr/>
        </p:nvSpPr>
        <p:spPr>
          <a:xfrm>
            <a:off x="3749040" y="182880"/>
            <a:ext cx="0" cy="320040"/>
          </a:xfrm>
          <a:prstGeom prst="line">
            <a:avLst/>
          </a:prstGeom>
          <a:ln>
            <a:solidFill>
              <a:srgbClr val="000000"/>
            </a:solidFill>
            <a:tailEnd len="med" type="triangle" w="med"/>
          </a:ln>
        </p:spPr>
        <p:style>
          <a:lnRef idx="0"/>
          <a:fillRef idx="0"/>
          <a:effectRef idx="0"/>
          <a:fontRef idx="minor"/>
        </p:style>
      </p:sp>
      <p:sp>
        <p:nvSpPr>
          <p:cNvPr id="948" name="CustomShape 5"/>
          <p:cNvSpPr/>
          <p:nvPr/>
        </p:nvSpPr>
        <p:spPr>
          <a:xfrm>
            <a:off x="327960" y="4297680"/>
            <a:ext cx="3512520" cy="7315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“tan”</a:t>
            </a:r>
            <a:endParaRPr b="0" lang="en-US" sz="1800" spc="-1" strike="noStrike">
              <a:latin typeface="Arial"/>
            </a:endParaRPr>
          </a:p>
          <a:p>
            <a:pPr>
              <a:lnSpc>
                <a:spcPct val="100000"/>
              </a:lnSpc>
            </a:pPr>
            <a:r>
              <a:rPr b="0" lang="en-US" sz="1800" spc="-1" strike="noStrike">
                <a:solidFill>
                  <a:srgbClr val="000000"/>
                </a:solidFill>
                <a:latin typeface="Arial"/>
                <a:ea typeface="DejaVu Sans"/>
              </a:rPr>
              <a:t>res[k2] = [“tan”]</a:t>
            </a:r>
            <a:endParaRPr b="0" lang="en-US" sz="1800" spc="-1" strike="noStrike">
              <a:latin typeface="Arial"/>
            </a:endParaRPr>
          </a:p>
        </p:txBody>
      </p:sp>
      <p:sp>
        <p:nvSpPr>
          <p:cNvPr id="949"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950"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951"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952"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953"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954"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955" name="TextShape 12"/>
          <p:cNvSpPr txBox="1"/>
          <p:nvPr/>
        </p:nvSpPr>
        <p:spPr>
          <a:xfrm>
            <a:off x="367560" y="3401640"/>
            <a:ext cx="365760" cy="346320"/>
          </a:xfrm>
          <a:prstGeom prst="rect">
            <a:avLst/>
          </a:prstGeom>
          <a:noFill/>
          <a:ln>
            <a:noFill/>
          </a:ln>
        </p:spPr>
      </p:sp>
      <p:sp>
        <p:nvSpPr>
          <p:cNvPr id="956"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57"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58"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959"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60"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961"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62"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963"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64"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965"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66"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967"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68"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969"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70"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971"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72" name="TextShape 29"/>
          <p:cNvSpPr txBox="1"/>
          <p:nvPr/>
        </p:nvSpPr>
        <p:spPr>
          <a:xfrm>
            <a:off x="3291840" y="3401640"/>
            <a:ext cx="365760" cy="346320"/>
          </a:xfrm>
          <a:prstGeom prst="rect">
            <a:avLst/>
          </a:prstGeom>
          <a:noFill/>
          <a:ln>
            <a:noFill/>
          </a:ln>
        </p:spPr>
      </p:sp>
      <p:sp>
        <p:nvSpPr>
          <p:cNvPr id="973"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974"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75"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976"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77"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978"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79"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980"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81"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982"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983"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984"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85"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986"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87"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988"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89"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990"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91"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992"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93"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994"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995"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996"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97"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998"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999"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000"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01"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002"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03"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004"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05"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006"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07"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008"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009"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010"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011"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
            </a:r>
            <a:endParaRPr b="0" lang="en-US" sz="1800" spc="-1" strike="noStrike">
              <a:latin typeface="Arial"/>
            </a:endParaRPr>
          </a:p>
        </p:txBody>
      </p:sp>
      <p:sp>
        <p:nvSpPr>
          <p:cNvPr id="1012"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013"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014"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015"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016"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a:t>
            </a:r>
            <a:r>
              <a:rPr b="0" lang="en-US" sz="1800" spc="-1" strike="noStrike">
                <a:latin typeface="Arial"/>
              </a:rPr>
              <a:t>]</a:t>
            </a:r>
            <a:endParaRPr b="0" lang="en-US" sz="1800" spc="-1" strike="noStrike">
              <a:latin typeface="Arial"/>
            </a:endParaRPr>
          </a:p>
        </p:txBody>
      </p:sp>
      <p:sp>
        <p:nvSpPr>
          <p:cNvPr id="1017"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018"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[“tan”]</a:t>
            </a:r>
            <a:endParaRPr b="0" lang="en-US" sz="1800" spc="-1" strike="noStrike">
              <a:latin typeface="Arial"/>
            </a:endParaRPr>
          </a:p>
        </p:txBody>
      </p:sp>
      <p:sp>
        <p:nvSpPr>
          <p:cNvPr id="1019"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020"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021"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2"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023"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024"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025" name="Line 4"/>
          <p:cNvSpPr/>
          <p:nvPr/>
        </p:nvSpPr>
        <p:spPr>
          <a:xfrm>
            <a:off x="4663440" y="182880"/>
            <a:ext cx="0" cy="320040"/>
          </a:xfrm>
          <a:prstGeom prst="line">
            <a:avLst/>
          </a:prstGeom>
          <a:ln>
            <a:solidFill>
              <a:srgbClr val="000000"/>
            </a:solidFill>
            <a:tailEnd len="med" type="triangle" w="med"/>
          </a:ln>
        </p:spPr>
        <p:style>
          <a:lnRef idx="0"/>
          <a:fillRef idx="0"/>
          <a:effectRef idx="0"/>
          <a:fontRef idx="minor"/>
        </p:style>
      </p:sp>
      <p:sp>
        <p:nvSpPr>
          <p:cNvPr id="1026"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a:t>
            </a:r>
            <a:r>
              <a:rPr b="0" lang="en-US" sz="1800" spc="-1" strike="noStrike">
                <a:solidFill>
                  <a:srgbClr val="000000"/>
                </a:solidFill>
                <a:latin typeface="Arial"/>
                <a:ea typeface="DejaVu Sans"/>
              </a:rPr>
              <a:t>d = </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a:t>
            </a:r>
            <a:r>
              <a:rPr b="0" lang="en-US" sz="1800" spc="-1" strike="noStrike">
                <a:solidFill>
                  <a:srgbClr val="000000"/>
                </a:solidFill>
                <a:latin typeface="Arial"/>
                <a:ea typeface="DejaVu Sans"/>
              </a:rPr>
              <a:t>‘a’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a:t>
            </a:r>
            <a:r>
              <a:rPr b="0" lang="en-US" sz="1800" spc="-1" strike="noStrike">
                <a:solidFill>
                  <a:srgbClr val="000000"/>
                </a:solidFill>
                <a:latin typeface="Arial"/>
                <a:ea typeface="DejaVu Sans"/>
              </a:rPr>
              <a:t>ch – </a:t>
            </a:r>
            <a:r>
              <a:rPr b="0" lang="en-US" sz="1800" spc="-1" strike="noStrike">
                <a:solidFill>
                  <a:srgbClr val="000000"/>
                </a:solidFill>
                <a:latin typeface="Arial"/>
                <a:ea typeface="DejaVu Sans"/>
              </a:rPr>
              <a:t>‘a’] </a:t>
            </a:r>
            <a:r>
              <a:rPr b="0" lang="en-US" sz="1800" spc="-1" strike="noStrike">
                <a:solidFill>
                  <a:srgbClr val="000000"/>
                </a:solidFill>
                <a:latin typeface="Arial"/>
                <a:ea typeface="DejaVu Sans"/>
              </a:rPr>
              <a:t>+= 1 </a:t>
            </a: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curr[</a:t>
            </a:r>
            <a:r>
              <a:rPr b="0" lang="en-US" sz="1800" spc="-1" strike="noStrike">
                <a:solidFill>
                  <a:srgbClr val="000000"/>
                </a:solidFill>
                <a:latin typeface="Arial"/>
                <a:ea typeface="DejaVu Sans"/>
              </a:rPr>
              <a:t>0] = </a:t>
            </a:r>
            <a:r>
              <a:rPr b="0" lang="en-US" sz="1800" spc="-1" strike="noStrike">
                <a:solidFill>
                  <a:srgbClr val="000000"/>
                </a:solidFill>
                <a:latin typeface="Arial"/>
                <a:ea typeface="DejaVu Sans"/>
              </a:rPr>
              <a:t>1</a:t>
            </a:r>
            <a:endParaRPr b="0" lang="en-US" sz="1800" spc="-1" strike="noStrike">
              <a:latin typeface="Arial"/>
            </a:endParaRPr>
          </a:p>
        </p:txBody>
      </p:sp>
      <p:sp>
        <p:nvSpPr>
          <p:cNvPr id="1027"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028"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029"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030"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031"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032"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033" name="TextShape 12"/>
          <p:cNvSpPr txBox="1"/>
          <p:nvPr/>
        </p:nvSpPr>
        <p:spPr>
          <a:xfrm>
            <a:off x="367560" y="3401640"/>
            <a:ext cx="365760" cy="346320"/>
          </a:xfrm>
          <a:prstGeom prst="rect">
            <a:avLst/>
          </a:prstGeom>
          <a:noFill/>
          <a:ln>
            <a:noFill/>
          </a:ln>
        </p:spPr>
      </p:sp>
      <p:sp>
        <p:nvSpPr>
          <p:cNvPr id="1034"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35"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36"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037"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38"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039"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40"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041"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42"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043"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44"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045"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46"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047"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48"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049"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50" name="TextShape 29"/>
          <p:cNvSpPr txBox="1"/>
          <p:nvPr/>
        </p:nvSpPr>
        <p:spPr>
          <a:xfrm>
            <a:off x="3291840" y="3401640"/>
            <a:ext cx="365760" cy="346320"/>
          </a:xfrm>
          <a:prstGeom prst="rect">
            <a:avLst/>
          </a:prstGeom>
          <a:noFill/>
          <a:ln>
            <a:noFill/>
          </a:ln>
        </p:spPr>
      </p:sp>
      <p:sp>
        <p:nvSpPr>
          <p:cNvPr id="1051"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052"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53"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054"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55"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056"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57"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058"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59"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060"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61"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062"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63"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064"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65"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066"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67"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068"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69"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070"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71"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072"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73"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074"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75"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076"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77"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078"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79"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080"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81"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082"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83"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084"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085"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086"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087"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088"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089"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1090"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091"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092"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093"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094"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a:t>
            </a:r>
            <a:r>
              <a:rPr b="0" lang="en-US" sz="1800" spc="-1" strike="noStrike">
                <a:latin typeface="Arial"/>
              </a:rPr>
              <a:t>]</a:t>
            </a:r>
            <a:endParaRPr b="0" lang="en-US" sz="1800" spc="-1" strike="noStrike">
              <a:latin typeface="Arial"/>
            </a:endParaRPr>
          </a:p>
        </p:txBody>
      </p:sp>
      <p:sp>
        <p:nvSpPr>
          <p:cNvPr id="1095"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096"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[“tan”]</a:t>
            </a:r>
            <a:endParaRPr b="0" lang="en-US" sz="1800" spc="-1" strike="noStrike">
              <a:latin typeface="Arial"/>
            </a:endParaRPr>
          </a:p>
        </p:txBody>
      </p:sp>
      <p:sp>
        <p:nvSpPr>
          <p:cNvPr id="1097"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098"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099"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1100" name="Line 79"/>
          <p:cNvSpPr/>
          <p:nvPr/>
        </p:nvSpPr>
        <p:spPr>
          <a:xfrm>
            <a:off x="128016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1"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102"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103"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104" name="Line 4"/>
          <p:cNvSpPr/>
          <p:nvPr/>
        </p:nvSpPr>
        <p:spPr>
          <a:xfrm>
            <a:off x="4663440" y="182880"/>
            <a:ext cx="0" cy="320040"/>
          </a:xfrm>
          <a:prstGeom prst="line">
            <a:avLst/>
          </a:prstGeom>
          <a:ln>
            <a:solidFill>
              <a:srgbClr val="000000"/>
            </a:solidFill>
            <a:tailEnd len="med" type="triangle" w="med"/>
          </a:ln>
        </p:spPr>
        <p:style>
          <a:lnRef idx="0"/>
          <a:fillRef idx="0"/>
          <a:effectRef idx="0"/>
          <a:fontRef idx="minor"/>
        </p:style>
      </p:sp>
      <p:sp>
        <p:nvSpPr>
          <p:cNvPr id="1105"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“ate”</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curr[19] = 1</a:t>
            </a:r>
            <a:endParaRPr b="0" lang="en-US" sz="1800" spc="-1" strike="noStrike">
              <a:latin typeface="Arial"/>
            </a:endParaRPr>
          </a:p>
        </p:txBody>
      </p:sp>
      <p:sp>
        <p:nvSpPr>
          <p:cNvPr id="1106"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107"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108"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109"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110"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111"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112" name="TextShape 12"/>
          <p:cNvSpPr txBox="1"/>
          <p:nvPr/>
        </p:nvSpPr>
        <p:spPr>
          <a:xfrm>
            <a:off x="367560" y="3401640"/>
            <a:ext cx="365760" cy="346320"/>
          </a:xfrm>
          <a:prstGeom prst="rect">
            <a:avLst/>
          </a:prstGeom>
          <a:noFill/>
          <a:ln>
            <a:noFill/>
          </a:ln>
        </p:spPr>
      </p:sp>
      <p:sp>
        <p:nvSpPr>
          <p:cNvPr id="1113"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14"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15"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116"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17"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118"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19"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120"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21"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122"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23"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124"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25"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126"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27"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128"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29" name="TextShape 29"/>
          <p:cNvSpPr txBox="1"/>
          <p:nvPr/>
        </p:nvSpPr>
        <p:spPr>
          <a:xfrm>
            <a:off x="3291840" y="3401640"/>
            <a:ext cx="365760" cy="346320"/>
          </a:xfrm>
          <a:prstGeom prst="rect">
            <a:avLst/>
          </a:prstGeom>
          <a:noFill/>
          <a:ln>
            <a:noFill/>
          </a:ln>
        </p:spPr>
      </p:sp>
      <p:sp>
        <p:nvSpPr>
          <p:cNvPr id="1130"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131"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32"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133"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34"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135"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36"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137"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38"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139"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40"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141"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42"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143"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44"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145"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46"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147"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48"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149"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50"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151"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152"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153"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54"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155"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56"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157"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58"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159"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60"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161"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62"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163"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64"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165"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166"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167"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168"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1169"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170"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171"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172"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173"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a:t>
            </a:r>
            <a:r>
              <a:rPr b="0" lang="en-US" sz="1800" spc="-1" strike="noStrike">
                <a:latin typeface="Arial"/>
              </a:rPr>
              <a:t>]</a:t>
            </a:r>
            <a:endParaRPr b="0" lang="en-US" sz="1800" spc="-1" strike="noStrike">
              <a:latin typeface="Arial"/>
            </a:endParaRPr>
          </a:p>
        </p:txBody>
      </p:sp>
      <p:sp>
        <p:nvSpPr>
          <p:cNvPr id="1174"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175"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[“tan”]</a:t>
            </a:r>
            <a:endParaRPr b="0" lang="en-US" sz="1800" spc="-1" strike="noStrike">
              <a:latin typeface="Arial"/>
            </a:endParaRPr>
          </a:p>
        </p:txBody>
      </p:sp>
      <p:sp>
        <p:nvSpPr>
          <p:cNvPr id="1176"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177"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178"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1179" name="Line 79"/>
          <p:cNvSpPr/>
          <p:nvPr/>
        </p:nvSpPr>
        <p:spPr>
          <a:xfrm>
            <a:off x="182880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0"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181"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182"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183" name="Line 4"/>
          <p:cNvSpPr/>
          <p:nvPr/>
        </p:nvSpPr>
        <p:spPr>
          <a:xfrm>
            <a:off x="4663440" y="182880"/>
            <a:ext cx="0" cy="320040"/>
          </a:xfrm>
          <a:prstGeom prst="line">
            <a:avLst/>
          </a:prstGeom>
          <a:ln>
            <a:solidFill>
              <a:srgbClr val="000000"/>
            </a:solidFill>
            <a:tailEnd len="med" type="triangle" w="med"/>
          </a:ln>
        </p:spPr>
        <p:style>
          <a:lnRef idx="0"/>
          <a:fillRef idx="0"/>
          <a:effectRef idx="0"/>
          <a:fontRef idx="minor"/>
        </p:style>
      </p:sp>
      <p:sp>
        <p:nvSpPr>
          <p:cNvPr id="1184"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“ate”</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‘e’</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curr[4] = 1</a:t>
            </a:r>
            <a:endParaRPr b="0" lang="en-US" sz="1800" spc="-1" strike="noStrike">
              <a:latin typeface="Arial"/>
            </a:endParaRPr>
          </a:p>
        </p:txBody>
      </p:sp>
      <p:sp>
        <p:nvSpPr>
          <p:cNvPr id="1185"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186"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187"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188"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189"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190"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191" name="TextShape 12"/>
          <p:cNvSpPr txBox="1"/>
          <p:nvPr/>
        </p:nvSpPr>
        <p:spPr>
          <a:xfrm>
            <a:off x="367560" y="3401640"/>
            <a:ext cx="365760" cy="346320"/>
          </a:xfrm>
          <a:prstGeom prst="rect">
            <a:avLst/>
          </a:prstGeom>
          <a:noFill/>
          <a:ln>
            <a:noFill/>
          </a:ln>
        </p:spPr>
      </p:sp>
      <p:sp>
        <p:nvSpPr>
          <p:cNvPr id="1192"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93"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94"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195"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96"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197"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198"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199"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200"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201"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02"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203"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04"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205"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06"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207"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08" name="TextShape 29"/>
          <p:cNvSpPr txBox="1"/>
          <p:nvPr/>
        </p:nvSpPr>
        <p:spPr>
          <a:xfrm>
            <a:off x="3291840" y="3401640"/>
            <a:ext cx="365760" cy="346320"/>
          </a:xfrm>
          <a:prstGeom prst="rect">
            <a:avLst/>
          </a:prstGeom>
          <a:noFill/>
          <a:ln>
            <a:noFill/>
          </a:ln>
        </p:spPr>
      </p:sp>
      <p:sp>
        <p:nvSpPr>
          <p:cNvPr id="1209"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210"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11"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212"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13"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214"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15"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216"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17"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218"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19"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220"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21"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222"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23"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224"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25"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226"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27"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228"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29"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230"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231"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232"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33"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234"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35"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236"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37"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238"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39"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240"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41"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242"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43"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244"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245"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246"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247"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1248"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249"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250"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251"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252"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a:t>
            </a:r>
            <a:r>
              <a:rPr b="0" lang="en-US" sz="1800" spc="-1" strike="noStrike">
                <a:latin typeface="Arial"/>
              </a:rPr>
              <a:t>]</a:t>
            </a:r>
            <a:endParaRPr b="0" lang="en-US" sz="1800" spc="-1" strike="noStrike">
              <a:latin typeface="Arial"/>
            </a:endParaRPr>
          </a:p>
        </p:txBody>
      </p:sp>
      <p:sp>
        <p:nvSpPr>
          <p:cNvPr id="1253"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254"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[“tan”]</a:t>
            </a:r>
            <a:endParaRPr b="0" lang="en-US" sz="1800" spc="-1" strike="noStrike">
              <a:latin typeface="Arial"/>
            </a:endParaRPr>
          </a:p>
        </p:txBody>
      </p:sp>
      <p:sp>
        <p:nvSpPr>
          <p:cNvPr id="1255"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256"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257"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1258" name="Line 79"/>
          <p:cNvSpPr/>
          <p:nvPr/>
        </p:nvSpPr>
        <p:spPr>
          <a:xfrm>
            <a:off x="2377440" y="12348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9"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260"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261"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262" name="Line 4"/>
          <p:cNvSpPr/>
          <p:nvPr/>
        </p:nvSpPr>
        <p:spPr>
          <a:xfrm>
            <a:off x="4663440" y="182880"/>
            <a:ext cx="0" cy="320040"/>
          </a:xfrm>
          <a:prstGeom prst="line">
            <a:avLst/>
          </a:prstGeom>
          <a:ln>
            <a:solidFill>
              <a:srgbClr val="000000"/>
            </a:solidFill>
            <a:tailEnd len="med" type="triangle" w="med"/>
          </a:ln>
        </p:spPr>
        <p:style>
          <a:lnRef idx="0"/>
          <a:fillRef idx="0"/>
          <a:effectRef idx="0"/>
          <a:fontRef idx="minor"/>
        </p:style>
      </p:sp>
      <p:sp>
        <p:nvSpPr>
          <p:cNvPr id="1263" name="CustomShape 5"/>
          <p:cNvSpPr/>
          <p:nvPr/>
        </p:nvSpPr>
        <p:spPr>
          <a:xfrm>
            <a:off x="327960" y="4297680"/>
            <a:ext cx="3512520" cy="7315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a:t>
            </a:r>
            <a:r>
              <a:rPr b="0" lang="en-US" sz="1800" spc="-1" strike="noStrike">
                <a:solidFill>
                  <a:srgbClr val="000000"/>
                </a:solidFill>
                <a:latin typeface="Arial"/>
                <a:ea typeface="DejaVu Sans"/>
              </a:rPr>
              <a:t>“ate”</a:t>
            </a:r>
            <a:endParaRPr b="0" lang="en-US" sz="1800" spc="-1" strike="noStrike">
              <a:latin typeface="Arial"/>
            </a:endParaRPr>
          </a:p>
          <a:p>
            <a:pPr>
              <a:lnSpc>
                <a:spcPct val="100000"/>
              </a:lnSpc>
            </a:pPr>
            <a:r>
              <a:rPr b="0" lang="en-US" sz="1800" spc="-1" strike="noStrike">
                <a:solidFill>
                  <a:srgbClr val="000000"/>
                </a:solidFill>
                <a:latin typeface="Arial"/>
                <a:ea typeface="DejaVu Sans"/>
              </a:rPr>
              <a:t>res[k1] </a:t>
            </a:r>
            <a:r>
              <a:rPr b="0" lang="en-US" sz="1800" spc="-1" strike="noStrike">
                <a:solidFill>
                  <a:srgbClr val="000000"/>
                </a:solidFill>
                <a:latin typeface="Arial"/>
                <a:ea typeface="DejaVu Sans"/>
              </a:rPr>
              <a:t>= </a:t>
            </a:r>
            <a:r>
              <a:rPr b="0" lang="en-US" sz="1800" spc="-1" strike="noStrike">
                <a:latin typeface="Arial"/>
                <a:ea typeface="Noto Sans CJK SC"/>
              </a:rPr>
              <a:t>[“eat”, </a:t>
            </a:r>
            <a:r>
              <a:rPr b="0" lang="en-US" sz="1800" spc="-1" strike="noStrike">
                <a:latin typeface="Arial"/>
                <a:ea typeface="Noto Sans CJK SC"/>
              </a:rPr>
              <a:t>“</a:t>
            </a:r>
            <a:r>
              <a:rPr b="0" lang="en-US" sz="1800" spc="-1" strike="noStrike">
                <a:solidFill>
                  <a:srgbClr val="000000"/>
                </a:solidFill>
                <a:latin typeface="Arial"/>
                <a:ea typeface="DejaVu Sans"/>
              </a:rPr>
              <a:t>tea”, </a:t>
            </a:r>
            <a:r>
              <a:rPr b="0" lang="en-US" sz="1800" spc="-1" strike="noStrike">
                <a:solidFill>
                  <a:srgbClr val="000000"/>
                </a:solidFill>
                <a:latin typeface="Arial"/>
                <a:ea typeface="DejaVu Sans"/>
              </a:rPr>
              <a:t>“ate”]</a:t>
            </a:r>
            <a:endParaRPr b="0" lang="en-US" sz="1800" spc="-1" strike="noStrike">
              <a:latin typeface="Arial"/>
            </a:endParaRPr>
          </a:p>
        </p:txBody>
      </p:sp>
      <p:sp>
        <p:nvSpPr>
          <p:cNvPr id="1264"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265"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266"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267"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268"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269"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270" name="TextShape 12"/>
          <p:cNvSpPr txBox="1"/>
          <p:nvPr/>
        </p:nvSpPr>
        <p:spPr>
          <a:xfrm>
            <a:off x="367560" y="3401640"/>
            <a:ext cx="365760" cy="346320"/>
          </a:xfrm>
          <a:prstGeom prst="rect">
            <a:avLst/>
          </a:prstGeom>
          <a:noFill/>
          <a:ln>
            <a:noFill/>
          </a:ln>
        </p:spPr>
      </p:sp>
      <p:sp>
        <p:nvSpPr>
          <p:cNvPr id="1271"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72"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73"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274"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75"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276"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77"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278"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279"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280"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81"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282"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83"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284"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85"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286"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87" name="TextShape 29"/>
          <p:cNvSpPr txBox="1"/>
          <p:nvPr/>
        </p:nvSpPr>
        <p:spPr>
          <a:xfrm>
            <a:off x="3291840" y="3401640"/>
            <a:ext cx="365760" cy="346320"/>
          </a:xfrm>
          <a:prstGeom prst="rect">
            <a:avLst/>
          </a:prstGeom>
          <a:noFill/>
          <a:ln>
            <a:noFill/>
          </a:ln>
        </p:spPr>
      </p:sp>
      <p:sp>
        <p:nvSpPr>
          <p:cNvPr id="1288"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289"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90"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291"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92"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293"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94"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295"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96"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297"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298"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299"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00"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301"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02"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303"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04"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305"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06"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307"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08"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309"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310"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311"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12"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313"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14"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315"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16"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317"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18"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319"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20"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321"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22"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323"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324"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325"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326"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
            </a:r>
            <a:endParaRPr b="0" lang="en-US" sz="1800" spc="-1" strike="noStrike">
              <a:latin typeface="Arial"/>
            </a:endParaRPr>
          </a:p>
        </p:txBody>
      </p:sp>
      <p:sp>
        <p:nvSpPr>
          <p:cNvPr id="1327"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328"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329"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330"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331"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 “ate”</a:t>
            </a:r>
            <a:r>
              <a:rPr b="0" lang="en-US" sz="1800" spc="-1" strike="noStrike">
                <a:latin typeface="Arial"/>
              </a:rPr>
              <a:t>]</a:t>
            </a:r>
            <a:endParaRPr b="0" lang="en-US" sz="1800" spc="-1" strike="noStrike">
              <a:latin typeface="Arial"/>
            </a:endParaRPr>
          </a:p>
        </p:txBody>
      </p:sp>
      <p:sp>
        <p:nvSpPr>
          <p:cNvPr id="1332"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333"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[“tan”]</a:t>
            </a:r>
            <a:endParaRPr b="0" lang="en-US" sz="1800" spc="-1" strike="noStrike">
              <a:latin typeface="Arial"/>
            </a:endParaRPr>
          </a:p>
        </p:txBody>
      </p:sp>
      <p:sp>
        <p:nvSpPr>
          <p:cNvPr id="1334"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335"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336"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7"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338"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339"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340" name="Line 4"/>
          <p:cNvSpPr/>
          <p:nvPr/>
        </p:nvSpPr>
        <p:spPr>
          <a:xfrm>
            <a:off x="5577840" y="182880"/>
            <a:ext cx="0" cy="320040"/>
          </a:xfrm>
          <a:prstGeom prst="line">
            <a:avLst/>
          </a:prstGeom>
          <a:ln>
            <a:solidFill>
              <a:srgbClr val="000000"/>
            </a:solidFill>
            <a:tailEnd len="med" type="triangle" w="med"/>
          </a:ln>
        </p:spPr>
        <p:style>
          <a:lnRef idx="0"/>
          <a:fillRef idx="0"/>
          <a:effectRef idx="0"/>
          <a:fontRef idx="minor"/>
        </p:style>
      </p:sp>
      <p:sp>
        <p:nvSpPr>
          <p:cNvPr id="1341"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a:t>
            </a:r>
            <a:r>
              <a:rPr b="0" lang="en-US" sz="1800" spc="-1" strike="noStrike">
                <a:solidFill>
                  <a:srgbClr val="000000"/>
                </a:solidFill>
                <a:latin typeface="Arial"/>
                <a:ea typeface="DejaVu Sans"/>
              </a:rPr>
              <a:t>“nat”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‘n’</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a:t>
            </a:r>
            <a:r>
              <a:rPr b="0" lang="en-US" sz="1800" spc="-1" strike="noStrike">
                <a:solidFill>
                  <a:srgbClr val="000000"/>
                </a:solidFill>
                <a:latin typeface="Arial"/>
                <a:ea typeface="DejaVu Sans"/>
              </a:rPr>
              <a:t>– ‘a’] </a:t>
            </a:r>
            <a:r>
              <a:rPr b="0" lang="en-US" sz="1800" spc="-1" strike="noStrike">
                <a:solidFill>
                  <a:srgbClr val="000000"/>
                </a:solidFill>
                <a:latin typeface="Arial"/>
                <a:ea typeface="DejaVu Sans"/>
              </a:rPr>
              <a:t>+= 1 = </a:t>
            </a:r>
            <a:r>
              <a:rPr b="0" lang="en-US" sz="1800" spc="-1" strike="noStrike">
                <a:solidFill>
                  <a:srgbClr val="000000"/>
                </a:solidFill>
                <a:latin typeface="Arial"/>
                <a:ea typeface="DejaVu Sans"/>
              </a:rPr>
              <a:t>curr[13</a:t>
            </a:r>
            <a:r>
              <a:rPr b="0" lang="en-US" sz="1800" spc="-1" strike="noStrike">
                <a:solidFill>
                  <a:srgbClr val="000000"/>
                </a:solidFill>
                <a:latin typeface="Arial"/>
                <a:ea typeface="DejaVu Sans"/>
              </a:rPr>
              <a:t>] = 1</a:t>
            </a:r>
            <a:endParaRPr b="0" lang="en-US" sz="1800" spc="-1" strike="noStrike">
              <a:latin typeface="Arial"/>
            </a:endParaRPr>
          </a:p>
        </p:txBody>
      </p:sp>
      <p:sp>
        <p:nvSpPr>
          <p:cNvPr id="1342"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343"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344"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345"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346"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347"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48" name="TextShape 12"/>
          <p:cNvSpPr txBox="1"/>
          <p:nvPr/>
        </p:nvSpPr>
        <p:spPr>
          <a:xfrm>
            <a:off x="367560" y="3401640"/>
            <a:ext cx="365760" cy="346320"/>
          </a:xfrm>
          <a:prstGeom prst="rect">
            <a:avLst/>
          </a:prstGeom>
          <a:noFill/>
          <a:ln>
            <a:noFill/>
          </a:ln>
        </p:spPr>
      </p:sp>
      <p:sp>
        <p:nvSpPr>
          <p:cNvPr id="1349"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50"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51"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352"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53"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354"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55"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356"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57"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358"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59"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360"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61"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362"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63"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364"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65" name="TextShape 29"/>
          <p:cNvSpPr txBox="1"/>
          <p:nvPr/>
        </p:nvSpPr>
        <p:spPr>
          <a:xfrm>
            <a:off x="3291840" y="3401640"/>
            <a:ext cx="365760" cy="346320"/>
          </a:xfrm>
          <a:prstGeom prst="rect">
            <a:avLst/>
          </a:prstGeom>
          <a:noFill/>
          <a:ln>
            <a:noFill/>
          </a:ln>
        </p:spPr>
      </p:sp>
      <p:sp>
        <p:nvSpPr>
          <p:cNvPr id="1366"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367"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68"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369"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70"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371"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72"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373"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74"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375"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376"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377"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78"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379"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80"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381"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82"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383"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84"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385"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86"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387"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88"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389"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90"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391"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92"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393"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94"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395"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96"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397"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398"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399"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00"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401"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402"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
            </a:r>
            <a:endParaRPr b="0" lang="en-US" sz="1800" spc="-1" strike="noStrike">
              <a:latin typeface="Arial"/>
            </a:endParaRPr>
          </a:p>
        </p:txBody>
      </p:sp>
      <p:sp>
        <p:nvSpPr>
          <p:cNvPr id="1403"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404"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405"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406"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407"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408"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409"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 “ate”</a:t>
            </a:r>
            <a:r>
              <a:rPr b="0" lang="en-US" sz="1800" spc="-1" strike="noStrike">
                <a:latin typeface="Arial"/>
              </a:rPr>
              <a:t>]</a:t>
            </a:r>
            <a:endParaRPr b="0" lang="en-US" sz="1800" spc="-1" strike="noStrike">
              <a:latin typeface="Arial"/>
            </a:endParaRPr>
          </a:p>
        </p:txBody>
      </p:sp>
      <p:sp>
        <p:nvSpPr>
          <p:cNvPr id="1410"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411"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[“tan”]</a:t>
            </a:r>
            <a:endParaRPr b="0" lang="en-US" sz="1800" spc="-1" strike="noStrike">
              <a:latin typeface="Arial"/>
            </a:endParaRPr>
          </a:p>
        </p:txBody>
      </p:sp>
      <p:sp>
        <p:nvSpPr>
          <p:cNvPr id="1412"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413"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414"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1415" name="Line 79"/>
          <p:cNvSpPr/>
          <p:nvPr/>
        </p:nvSpPr>
        <p:spPr>
          <a:xfrm>
            <a:off x="128016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6"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417"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418"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419" name="Line 4"/>
          <p:cNvSpPr/>
          <p:nvPr/>
        </p:nvSpPr>
        <p:spPr>
          <a:xfrm>
            <a:off x="5577840" y="182880"/>
            <a:ext cx="0" cy="320040"/>
          </a:xfrm>
          <a:prstGeom prst="line">
            <a:avLst/>
          </a:prstGeom>
          <a:ln>
            <a:solidFill>
              <a:srgbClr val="000000"/>
            </a:solidFill>
            <a:tailEnd len="med" type="triangle" w="med"/>
          </a:ln>
        </p:spPr>
        <p:style>
          <a:lnRef idx="0"/>
          <a:fillRef idx="0"/>
          <a:effectRef idx="0"/>
          <a:fontRef idx="minor"/>
        </p:style>
      </p:sp>
      <p:sp>
        <p:nvSpPr>
          <p:cNvPr id="1420"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“nat”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curr[0] = 1</a:t>
            </a:r>
            <a:endParaRPr b="0" lang="en-US" sz="1800" spc="-1" strike="noStrike">
              <a:latin typeface="Arial"/>
            </a:endParaRPr>
          </a:p>
        </p:txBody>
      </p:sp>
      <p:sp>
        <p:nvSpPr>
          <p:cNvPr id="1421"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422"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423"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424"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425"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426"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427" name="TextShape 12"/>
          <p:cNvSpPr txBox="1"/>
          <p:nvPr/>
        </p:nvSpPr>
        <p:spPr>
          <a:xfrm>
            <a:off x="367560" y="3401640"/>
            <a:ext cx="365760" cy="346320"/>
          </a:xfrm>
          <a:prstGeom prst="rect">
            <a:avLst/>
          </a:prstGeom>
          <a:noFill/>
          <a:ln>
            <a:noFill/>
          </a:ln>
        </p:spPr>
      </p:sp>
      <p:sp>
        <p:nvSpPr>
          <p:cNvPr id="1428"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29"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30"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431"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32"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433"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34"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435"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36"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437"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38"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439"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40"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441"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42"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443"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44" name="TextShape 29"/>
          <p:cNvSpPr txBox="1"/>
          <p:nvPr/>
        </p:nvSpPr>
        <p:spPr>
          <a:xfrm>
            <a:off x="3291840" y="3401640"/>
            <a:ext cx="365760" cy="346320"/>
          </a:xfrm>
          <a:prstGeom prst="rect">
            <a:avLst/>
          </a:prstGeom>
          <a:noFill/>
          <a:ln>
            <a:noFill/>
          </a:ln>
        </p:spPr>
      </p:sp>
      <p:sp>
        <p:nvSpPr>
          <p:cNvPr id="1445"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446"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47"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448"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49"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450"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51"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452"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53"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454"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455"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456"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57"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458"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59"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460"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61"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462"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63"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464"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65"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466"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67"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468"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69"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470"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71"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472"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73"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474"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75"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476"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77"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478"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479"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480"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481"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
            </a:r>
            <a:endParaRPr b="0" lang="en-US" sz="1800" spc="-1" strike="noStrike">
              <a:latin typeface="Arial"/>
            </a:endParaRPr>
          </a:p>
        </p:txBody>
      </p:sp>
      <p:sp>
        <p:nvSpPr>
          <p:cNvPr id="1482"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483"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484"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485"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486"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487"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488"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 “ate”</a:t>
            </a:r>
            <a:r>
              <a:rPr b="0" lang="en-US" sz="1800" spc="-1" strike="noStrike">
                <a:latin typeface="Arial"/>
              </a:rPr>
              <a:t>]</a:t>
            </a:r>
            <a:endParaRPr b="0" lang="en-US" sz="1800" spc="-1" strike="noStrike">
              <a:latin typeface="Arial"/>
            </a:endParaRPr>
          </a:p>
        </p:txBody>
      </p:sp>
      <p:sp>
        <p:nvSpPr>
          <p:cNvPr id="1489"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490"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[“tan”]</a:t>
            </a:r>
            <a:endParaRPr b="0" lang="en-US" sz="1800" spc="-1" strike="noStrike">
              <a:latin typeface="Arial"/>
            </a:endParaRPr>
          </a:p>
        </p:txBody>
      </p:sp>
      <p:sp>
        <p:nvSpPr>
          <p:cNvPr id="1491"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492"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493"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1494" name="Line 79"/>
          <p:cNvSpPr/>
          <p:nvPr/>
        </p:nvSpPr>
        <p:spPr>
          <a:xfrm>
            <a:off x="182880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5"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496"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497"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498" name="Line 4"/>
          <p:cNvSpPr/>
          <p:nvPr/>
        </p:nvSpPr>
        <p:spPr>
          <a:xfrm>
            <a:off x="5577840" y="182880"/>
            <a:ext cx="0" cy="320040"/>
          </a:xfrm>
          <a:prstGeom prst="line">
            <a:avLst/>
          </a:prstGeom>
          <a:ln>
            <a:solidFill>
              <a:srgbClr val="000000"/>
            </a:solidFill>
            <a:tailEnd len="med" type="triangle" w="med"/>
          </a:ln>
        </p:spPr>
        <p:style>
          <a:lnRef idx="0"/>
          <a:fillRef idx="0"/>
          <a:effectRef idx="0"/>
          <a:fontRef idx="minor"/>
        </p:style>
      </p:sp>
      <p:sp>
        <p:nvSpPr>
          <p:cNvPr id="1499"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“nat”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curr[19] = 1</a:t>
            </a:r>
            <a:endParaRPr b="0" lang="en-US" sz="1800" spc="-1" strike="noStrike">
              <a:latin typeface="Arial"/>
            </a:endParaRPr>
          </a:p>
        </p:txBody>
      </p:sp>
      <p:sp>
        <p:nvSpPr>
          <p:cNvPr id="1500"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501"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502"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503"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504"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505"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506" name="TextShape 12"/>
          <p:cNvSpPr txBox="1"/>
          <p:nvPr/>
        </p:nvSpPr>
        <p:spPr>
          <a:xfrm>
            <a:off x="367560" y="3401640"/>
            <a:ext cx="365760" cy="346320"/>
          </a:xfrm>
          <a:prstGeom prst="rect">
            <a:avLst/>
          </a:prstGeom>
          <a:noFill/>
          <a:ln>
            <a:noFill/>
          </a:ln>
        </p:spPr>
      </p:sp>
      <p:sp>
        <p:nvSpPr>
          <p:cNvPr id="1507"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08"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09"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510"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11"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512"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13"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514"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15"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516"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17"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518"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19"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520"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21"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522"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23" name="TextShape 29"/>
          <p:cNvSpPr txBox="1"/>
          <p:nvPr/>
        </p:nvSpPr>
        <p:spPr>
          <a:xfrm>
            <a:off x="3291840" y="3401640"/>
            <a:ext cx="365760" cy="346320"/>
          </a:xfrm>
          <a:prstGeom prst="rect">
            <a:avLst/>
          </a:prstGeom>
          <a:noFill/>
          <a:ln>
            <a:noFill/>
          </a:ln>
        </p:spPr>
      </p:sp>
      <p:sp>
        <p:nvSpPr>
          <p:cNvPr id="1524"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525"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26"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527"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28"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529"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30"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531"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32"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533"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534"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535"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36"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537"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38"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539"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40"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541"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42"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543"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44"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545"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546"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547"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48"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549"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50"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551"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52"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553"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54"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555"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56"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557"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58"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559"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560"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
            </a:r>
            <a:endParaRPr b="0" lang="en-US" sz="1800" spc="-1" strike="noStrike">
              <a:latin typeface="Arial"/>
            </a:endParaRPr>
          </a:p>
        </p:txBody>
      </p:sp>
      <p:sp>
        <p:nvSpPr>
          <p:cNvPr id="1561"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562"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563"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564"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565"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566"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567"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 “ate”</a:t>
            </a:r>
            <a:r>
              <a:rPr b="0" lang="en-US" sz="1800" spc="-1" strike="noStrike">
                <a:latin typeface="Arial"/>
              </a:rPr>
              <a:t>]</a:t>
            </a:r>
            <a:endParaRPr b="0" lang="en-US" sz="1800" spc="-1" strike="noStrike">
              <a:latin typeface="Arial"/>
            </a:endParaRPr>
          </a:p>
        </p:txBody>
      </p:sp>
      <p:sp>
        <p:nvSpPr>
          <p:cNvPr id="1568"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569"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rPr>
              <a:t>[“tan”]</a:t>
            </a:r>
            <a:endParaRPr b="0" lang="en-US" sz="1800" spc="-1" strike="noStrike">
              <a:latin typeface="Arial"/>
            </a:endParaRPr>
          </a:p>
        </p:txBody>
      </p:sp>
      <p:sp>
        <p:nvSpPr>
          <p:cNvPr id="1570"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571"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572"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1573" name="Line 79"/>
          <p:cNvSpPr/>
          <p:nvPr/>
        </p:nvSpPr>
        <p:spPr>
          <a:xfrm>
            <a:off x="2377440" y="12348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4"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575"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576"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577" name="Line 4"/>
          <p:cNvSpPr/>
          <p:nvPr/>
        </p:nvSpPr>
        <p:spPr>
          <a:xfrm>
            <a:off x="5577840" y="182880"/>
            <a:ext cx="0" cy="320040"/>
          </a:xfrm>
          <a:prstGeom prst="line">
            <a:avLst/>
          </a:prstGeom>
          <a:ln>
            <a:solidFill>
              <a:srgbClr val="000000"/>
            </a:solidFill>
            <a:tailEnd len="med" type="triangle" w="med"/>
          </a:ln>
        </p:spPr>
        <p:style>
          <a:lnRef idx="0"/>
          <a:fillRef idx="0"/>
          <a:effectRef idx="0"/>
          <a:fontRef idx="minor"/>
        </p:style>
      </p:sp>
      <p:sp>
        <p:nvSpPr>
          <p:cNvPr id="1578" name="CustomShape 5"/>
          <p:cNvSpPr/>
          <p:nvPr/>
        </p:nvSpPr>
        <p:spPr>
          <a:xfrm>
            <a:off x="327960" y="4297680"/>
            <a:ext cx="3512520" cy="7315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a:t>
            </a:r>
            <a:r>
              <a:rPr b="0" lang="en-US" sz="1800" spc="-1" strike="noStrike">
                <a:solidFill>
                  <a:srgbClr val="000000"/>
                </a:solidFill>
                <a:latin typeface="Arial"/>
                <a:ea typeface="DejaVu Sans"/>
              </a:rPr>
              <a:t>“nat”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res[k2] </a:t>
            </a:r>
            <a:r>
              <a:rPr b="0" lang="en-US" sz="1800" spc="-1" strike="noStrike">
                <a:solidFill>
                  <a:srgbClr val="000000"/>
                </a:solidFill>
                <a:latin typeface="Arial"/>
                <a:ea typeface="DejaVu Sans"/>
              </a:rPr>
              <a:t>= </a:t>
            </a:r>
            <a:r>
              <a:rPr b="0" lang="en-US" sz="1800" spc="-1" strike="noStrike">
                <a:latin typeface="Arial"/>
                <a:ea typeface="Noto Sans CJK SC"/>
              </a:rPr>
              <a:t>[“tan”, </a:t>
            </a:r>
            <a:r>
              <a:rPr b="0" lang="en-US" sz="1800" spc="-1" strike="noStrike">
                <a:latin typeface="Arial"/>
                <a:ea typeface="Noto Sans CJK SC"/>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579"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580"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581"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582"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583"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584"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585" name="TextShape 12"/>
          <p:cNvSpPr txBox="1"/>
          <p:nvPr/>
        </p:nvSpPr>
        <p:spPr>
          <a:xfrm>
            <a:off x="367560" y="3401640"/>
            <a:ext cx="365760" cy="346320"/>
          </a:xfrm>
          <a:prstGeom prst="rect">
            <a:avLst/>
          </a:prstGeom>
          <a:noFill/>
          <a:ln>
            <a:noFill/>
          </a:ln>
        </p:spPr>
      </p:sp>
      <p:sp>
        <p:nvSpPr>
          <p:cNvPr id="1586"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87"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88"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589"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90"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591"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92"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593"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94"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595"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96"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597"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598"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599"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00"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601"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02" name="TextShape 29"/>
          <p:cNvSpPr txBox="1"/>
          <p:nvPr/>
        </p:nvSpPr>
        <p:spPr>
          <a:xfrm>
            <a:off x="3291840" y="3401640"/>
            <a:ext cx="365760" cy="346320"/>
          </a:xfrm>
          <a:prstGeom prst="rect">
            <a:avLst/>
          </a:prstGeom>
          <a:noFill/>
          <a:ln>
            <a:noFill/>
          </a:ln>
        </p:spPr>
      </p:sp>
      <p:sp>
        <p:nvSpPr>
          <p:cNvPr id="1603"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604"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05"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606"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07"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608"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09"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610"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11"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612"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613"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614"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15"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616"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17"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618"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19"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620"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21"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622"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23"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624"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625"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626"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27"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628"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29"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630"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31"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632"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33"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634"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35"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636"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37"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638"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639"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
            </a:r>
            <a:endParaRPr b="0" lang="en-US" sz="1800" spc="-1" strike="noStrike">
              <a:latin typeface="Arial"/>
            </a:endParaRPr>
          </a:p>
        </p:txBody>
      </p:sp>
      <p:sp>
        <p:nvSpPr>
          <p:cNvPr id="1640"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641"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642"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643"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644"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645"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646"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 “ate”</a:t>
            </a:r>
            <a:r>
              <a:rPr b="0" lang="en-US" sz="1800" spc="-1" strike="noStrike">
                <a:latin typeface="Arial"/>
              </a:rPr>
              <a:t>]</a:t>
            </a:r>
            <a:endParaRPr b="0" lang="en-US" sz="1800" spc="-1" strike="noStrike">
              <a:latin typeface="Arial"/>
            </a:endParaRPr>
          </a:p>
        </p:txBody>
      </p:sp>
      <p:sp>
        <p:nvSpPr>
          <p:cNvPr id="1647"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648"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[“tan”, </a:t>
            </a:r>
            <a:r>
              <a:rPr b="0" lang="en-US" sz="1800" spc="-1" strike="noStrike">
                <a:latin typeface="Arial"/>
                <a:ea typeface="Noto Sans CJK SC"/>
              </a:rPr>
              <a:t>“nat</a:t>
            </a:r>
            <a:r>
              <a:rPr b="0" lang="en-US" sz="1800" spc="-1" strike="noStrike">
                <a:solidFill>
                  <a:srgbClr val="000000"/>
                </a:solidFill>
                <a:latin typeface="Arial"/>
                <a:ea typeface="DejaVu Sans"/>
              </a:rPr>
              <a:t>”</a:t>
            </a:r>
            <a:r>
              <a:rPr b="0" lang="en-US" sz="1800" spc="-1" strike="noStrike">
                <a:latin typeface="Arial"/>
              </a:rPr>
              <a:t>]</a:t>
            </a:r>
            <a:endParaRPr b="0" lang="en-US" sz="1800" spc="-1" strike="noStrike">
              <a:latin typeface="Arial"/>
            </a:endParaRPr>
          </a:p>
        </p:txBody>
      </p:sp>
      <p:sp>
        <p:nvSpPr>
          <p:cNvPr id="1649"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650"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651"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2"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653"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654"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655" name="Line 4"/>
          <p:cNvSpPr/>
          <p:nvPr/>
        </p:nvSpPr>
        <p:spPr>
          <a:xfrm>
            <a:off x="6492240" y="182880"/>
            <a:ext cx="0" cy="320040"/>
          </a:xfrm>
          <a:prstGeom prst="line">
            <a:avLst/>
          </a:prstGeom>
          <a:ln>
            <a:solidFill>
              <a:srgbClr val="000000"/>
            </a:solidFill>
            <a:tailEnd len="med" type="triangle" w="med"/>
          </a:ln>
        </p:spPr>
        <p:style>
          <a:lnRef idx="0"/>
          <a:fillRef idx="0"/>
          <a:effectRef idx="0"/>
          <a:fontRef idx="minor"/>
        </p:style>
      </p:sp>
      <p:sp>
        <p:nvSpPr>
          <p:cNvPr id="1656"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“bat”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‘b’</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curr[1] = 1</a:t>
            </a:r>
            <a:endParaRPr b="0" lang="en-US" sz="1800" spc="-1" strike="noStrike">
              <a:latin typeface="Arial"/>
            </a:endParaRPr>
          </a:p>
        </p:txBody>
      </p:sp>
      <p:sp>
        <p:nvSpPr>
          <p:cNvPr id="1657"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658"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659"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660"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661"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662"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63" name="TextShape 12"/>
          <p:cNvSpPr txBox="1"/>
          <p:nvPr/>
        </p:nvSpPr>
        <p:spPr>
          <a:xfrm>
            <a:off x="367560" y="3401640"/>
            <a:ext cx="365760" cy="346320"/>
          </a:xfrm>
          <a:prstGeom prst="rect">
            <a:avLst/>
          </a:prstGeom>
          <a:noFill/>
          <a:ln>
            <a:noFill/>
          </a:ln>
        </p:spPr>
      </p:sp>
      <p:sp>
        <p:nvSpPr>
          <p:cNvPr id="1664"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65"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666"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667"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68"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669"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70"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671"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72"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673"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74"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675"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76"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677"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78"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679"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80" name="TextShape 29"/>
          <p:cNvSpPr txBox="1"/>
          <p:nvPr/>
        </p:nvSpPr>
        <p:spPr>
          <a:xfrm>
            <a:off x="3291840" y="3401640"/>
            <a:ext cx="365760" cy="346320"/>
          </a:xfrm>
          <a:prstGeom prst="rect">
            <a:avLst/>
          </a:prstGeom>
          <a:noFill/>
          <a:ln>
            <a:noFill/>
          </a:ln>
        </p:spPr>
      </p:sp>
      <p:sp>
        <p:nvSpPr>
          <p:cNvPr id="1681"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682"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83"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684"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85"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686"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87"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688"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89"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690"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91"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692"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93"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694"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95"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696"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97"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698"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699"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700"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01"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702"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03"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704"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05"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706"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07"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708"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09"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710"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11"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712"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13"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714"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15"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716"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717"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
            </a:r>
            <a:endParaRPr b="0" lang="en-US" sz="1800" spc="-1" strike="noStrike">
              <a:latin typeface="Arial"/>
            </a:endParaRPr>
          </a:p>
        </p:txBody>
      </p:sp>
      <p:sp>
        <p:nvSpPr>
          <p:cNvPr id="1718"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719"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720"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721"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722"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723"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724"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 “ate”</a:t>
            </a:r>
            <a:r>
              <a:rPr b="0" lang="en-US" sz="1800" spc="-1" strike="noStrike">
                <a:latin typeface="Arial"/>
              </a:rPr>
              <a:t>]</a:t>
            </a:r>
            <a:endParaRPr b="0" lang="en-US" sz="1800" spc="-1" strike="noStrike">
              <a:latin typeface="Arial"/>
            </a:endParaRPr>
          </a:p>
        </p:txBody>
      </p:sp>
      <p:sp>
        <p:nvSpPr>
          <p:cNvPr id="1725"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726"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[“tan”, </a:t>
            </a:r>
            <a:r>
              <a:rPr b="0" lang="en-US" sz="1800" spc="-1" strike="noStrike">
                <a:latin typeface="Arial"/>
                <a:ea typeface="Noto Sans CJK SC"/>
              </a:rPr>
              <a:t>“nat</a:t>
            </a:r>
            <a:r>
              <a:rPr b="0" lang="en-US" sz="1800" spc="-1" strike="noStrike">
                <a:solidFill>
                  <a:srgbClr val="000000"/>
                </a:solidFill>
                <a:latin typeface="Arial"/>
                <a:ea typeface="DejaVu Sans"/>
              </a:rPr>
              <a:t>”</a:t>
            </a:r>
            <a:r>
              <a:rPr b="0" lang="en-US" sz="1800" spc="-1" strike="noStrike">
                <a:latin typeface="Arial"/>
              </a:rPr>
              <a:t>]</a:t>
            </a:r>
            <a:endParaRPr b="0" lang="en-US" sz="1800" spc="-1" strike="noStrike">
              <a:latin typeface="Arial"/>
            </a:endParaRPr>
          </a:p>
        </p:txBody>
      </p:sp>
      <p:sp>
        <p:nvSpPr>
          <p:cNvPr id="1727"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728"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729"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1730" name="Line 79"/>
          <p:cNvSpPr/>
          <p:nvPr/>
        </p:nvSpPr>
        <p:spPr>
          <a:xfrm>
            <a:off x="128016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1"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732"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733"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734" name="Line 4"/>
          <p:cNvSpPr/>
          <p:nvPr/>
        </p:nvSpPr>
        <p:spPr>
          <a:xfrm>
            <a:off x="6492240" y="182880"/>
            <a:ext cx="0" cy="320040"/>
          </a:xfrm>
          <a:prstGeom prst="line">
            <a:avLst/>
          </a:prstGeom>
          <a:ln>
            <a:solidFill>
              <a:srgbClr val="000000"/>
            </a:solidFill>
            <a:tailEnd len="med" type="triangle" w="med"/>
          </a:ln>
        </p:spPr>
        <p:style>
          <a:lnRef idx="0"/>
          <a:fillRef idx="0"/>
          <a:effectRef idx="0"/>
          <a:fontRef idx="minor"/>
        </p:style>
      </p:sp>
      <p:sp>
        <p:nvSpPr>
          <p:cNvPr id="1735"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“bat”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‘a’</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curr[0] = 1</a:t>
            </a:r>
            <a:endParaRPr b="0" lang="en-US" sz="1800" spc="-1" strike="noStrike">
              <a:latin typeface="Arial"/>
            </a:endParaRPr>
          </a:p>
        </p:txBody>
      </p:sp>
      <p:sp>
        <p:nvSpPr>
          <p:cNvPr id="1736"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737"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738"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739"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740"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741"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742" name="TextShape 12"/>
          <p:cNvSpPr txBox="1"/>
          <p:nvPr/>
        </p:nvSpPr>
        <p:spPr>
          <a:xfrm>
            <a:off x="367560" y="3401640"/>
            <a:ext cx="365760" cy="346320"/>
          </a:xfrm>
          <a:prstGeom prst="rect">
            <a:avLst/>
          </a:prstGeom>
          <a:noFill/>
          <a:ln>
            <a:noFill/>
          </a:ln>
        </p:spPr>
      </p:sp>
      <p:sp>
        <p:nvSpPr>
          <p:cNvPr id="1743"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44"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745"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746"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47"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748"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49"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750"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51"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752"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53"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754"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55"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756"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57"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758"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59" name="TextShape 29"/>
          <p:cNvSpPr txBox="1"/>
          <p:nvPr/>
        </p:nvSpPr>
        <p:spPr>
          <a:xfrm>
            <a:off x="3291840" y="3401640"/>
            <a:ext cx="365760" cy="346320"/>
          </a:xfrm>
          <a:prstGeom prst="rect">
            <a:avLst/>
          </a:prstGeom>
          <a:noFill/>
          <a:ln>
            <a:noFill/>
          </a:ln>
        </p:spPr>
      </p:sp>
      <p:sp>
        <p:nvSpPr>
          <p:cNvPr id="1760"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761"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62"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763"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64"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765"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66"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767"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68"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769"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70"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771"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72"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773"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74"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775"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76"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777"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78"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779"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80"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781"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82"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783"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84"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785"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86"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787"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88"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789"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90"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791"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92"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793"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794"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795"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796"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
            </a:r>
            <a:endParaRPr b="0" lang="en-US" sz="1800" spc="-1" strike="noStrike">
              <a:latin typeface="Arial"/>
            </a:endParaRPr>
          </a:p>
        </p:txBody>
      </p:sp>
      <p:sp>
        <p:nvSpPr>
          <p:cNvPr id="1797"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798"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799"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800"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801"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802"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803"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 “ate”</a:t>
            </a:r>
            <a:r>
              <a:rPr b="0" lang="en-US" sz="1800" spc="-1" strike="noStrike">
                <a:latin typeface="Arial"/>
              </a:rPr>
              <a:t>]</a:t>
            </a:r>
            <a:endParaRPr b="0" lang="en-US" sz="1800" spc="-1" strike="noStrike">
              <a:latin typeface="Arial"/>
            </a:endParaRPr>
          </a:p>
        </p:txBody>
      </p:sp>
      <p:sp>
        <p:nvSpPr>
          <p:cNvPr id="1804"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805"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[“tan”, </a:t>
            </a:r>
            <a:r>
              <a:rPr b="0" lang="en-US" sz="1800" spc="-1" strike="noStrike">
                <a:latin typeface="Arial"/>
                <a:ea typeface="Noto Sans CJK SC"/>
              </a:rPr>
              <a:t>“nat</a:t>
            </a:r>
            <a:r>
              <a:rPr b="0" lang="en-US" sz="1800" spc="-1" strike="noStrike">
                <a:solidFill>
                  <a:srgbClr val="000000"/>
                </a:solidFill>
                <a:latin typeface="Arial"/>
                <a:ea typeface="DejaVu Sans"/>
              </a:rPr>
              <a:t>”</a:t>
            </a:r>
            <a:r>
              <a:rPr b="0" lang="en-US" sz="1800" spc="-1" strike="noStrike">
                <a:latin typeface="Arial"/>
              </a:rPr>
              <a:t>]</a:t>
            </a:r>
            <a:endParaRPr b="0" lang="en-US" sz="1800" spc="-1" strike="noStrike">
              <a:latin typeface="Arial"/>
            </a:endParaRPr>
          </a:p>
        </p:txBody>
      </p:sp>
      <p:sp>
        <p:nvSpPr>
          <p:cNvPr id="1806"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807"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808"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1809" name="Line 79"/>
          <p:cNvSpPr/>
          <p:nvPr/>
        </p:nvSpPr>
        <p:spPr>
          <a:xfrm>
            <a:off x="1828800" y="12330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0"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811"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812"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813" name="Line 4"/>
          <p:cNvSpPr/>
          <p:nvPr/>
        </p:nvSpPr>
        <p:spPr>
          <a:xfrm>
            <a:off x="6492240" y="182880"/>
            <a:ext cx="0" cy="320040"/>
          </a:xfrm>
          <a:prstGeom prst="line">
            <a:avLst/>
          </a:prstGeom>
          <a:ln>
            <a:solidFill>
              <a:srgbClr val="000000"/>
            </a:solidFill>
            <a:tailEnd len="med" type="triangle" w="med"/>
          </a:ln>
        </p:spPr>
        <p:style>
          <a:lnRef idx="0"/>
          <a:fillRef idx="0"/>
          <a:effectRef idx="0"/>
          <a:fontRef idx="minor"/>
        </p:style>
      </p:sp>
      <p:sp>
        <p:nvSpPr>
          <p:cNvPr id="1814" name="CustomShape 5"/>
          <p:cNvSpPr/>
          <p:nvPr/>
        </p:nvSpPr>
        <p:spPr>
          <a:xfrm>
            <a:off x="327960" y="4297680"/>
            <a:ext cx="3512520" cy="118872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“bat”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ch = ‘t’</a:t>
            </a:r>
            <a:endParaRPr b="0" lang="en-US" sz="1800" spc="-1" strike="noStrike">
              <a:latin typeface="Arial"/>
            </a:endParaRPr>
          </a:p>
          <a:p>
            <a:pPr>
              <a:lnSpc>
                <a:spcPct val="100000"/>
              </a:lnSpc>
            </a:pPr>
            <a:r>
              <a:rPr b="0" lang="en-US" sz="1800" spc="-1" strike="noStrike">
                <a:solidFill>
                  <a:srgbClr val="000000"/>
                </a:solidFill>
                <a:latin typeface="Arial"/>
                <a:ea typeface="DejaVu Sans"/>
              </a:rPr>
              <a:t>curr[ch – ‘a’] += 1 = curr[19] = 1</a:t>
            </a:r>
            <a:endParaRPr b="0" lang="en-US" sz="1800" spc="-1" strike="noStrike">
              <a:latin typeface="Arial"/>
            </a:endParaRPr>
          </a:p>
        </p:txBody>
      </p:sp>
      <p:sp>
        <p:nvSpPr>
          <p:cNvPr id="1815"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816"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817"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818"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819"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820"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821" name="TextShape 12"/>
          <p:cNvSpPr txBox="1"/>
          <p:nvPr/>
        </p:nvSpPr>
        <p:spPr>
          <a:xfrm>
            <a:off x="367560" y="3401640"/>
            <a:ext cx="365760" cy="346320"/>
          </a:xfrm>
          <a:prstGeom prst="rect">
            <a:avLst/>
          </a:prstGeom>
          <a:noFill/>
          <a:ln>
            <a:noFill/>
          </a:ln>
        </p:spPr>
      </p:sp>
      <p:sp>
        <p:nvSpPr>
          <p:cNvPr id="1822"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23"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824"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825"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26"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827"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28"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829"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30"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831"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32"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833"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34"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835"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36"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837"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38" name="TextShape 29"/>
          <p:cNvSpPr txBox="1"/>
          <p:nvPr/>
        </p:nvSpPr>
        <p:spPr>
          <a:xfrm>
            <a:off x="3291840" y="3401640"/>
            <a:ext cx="365760" cy="346320"/>
          </a:xfrm>
          <a:prstGeom prst="rect">
            <a:avLst/>
          </a:prstGeom>
          <a:noFill/>
          <a:ln>
            <a:noFill/>
          </a:ln>
        </p:spPr>
      </p:sp>
      <p:sp>
        <p:nvSpPr>
          <p:cNvPr id="1839"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840"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41"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842"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43"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844"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45"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846"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47"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848"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49"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850"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51"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852"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53"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854"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55"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856"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57"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858"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59"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860"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861"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862"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63"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864"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65"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866"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67"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868"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69"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870"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71"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872"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873"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874"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875"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
            </a:r>
            <a:endParaRPr b="0" lang="en-US" sz="1800" spc="-1" strike="noStrike">
              <a:latin typeface="Arial"/>
            </a:endParaRPr>
          </a:p>
        </p:txBody>
      </p:sp>
      <p:sp>
        <p:nvSpPr>
          <p:cNvPr id="1876"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877"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878"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879"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880"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881"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882"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 “ate”</a:t>
            </a:r>
            <a:r>
              <a:rPr b="0" lang="en-US" sz="1800" spc="-1" strike="noStrike">
                <a:latin typeface="Arial"/>
              </a:rPr>
              <a:t>]</a:t>
            </a:r>
            <a:endParaRPr b="0" lang="en-US" sz="1800" spc="-1" strike="noStrike">
              <a:latin typeface="Arial"/>
            </a:endParaRPr>
          </a:p>
        </p:txBody>
      </p:sp>
      <p:sp>
        <p:nvSpPr>
          <p:cNvPr id="1883"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884"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[“tan”, </a:t>
            </a:r>
            <a:r>
              <a:rPr b="0" lang="en-US" sz="1800" spc="-1" strike="noStrike">
                <a:latin typeface="Arial"/>
                <a:ea typeface="Noto Sans CJK SC"/>
              </a:rPr>
              <a:t>“nat</a:t>
            </a:r>
            <a:r>
              <a:rPr b="0" lang="en-US" sz="1800" spc="-1" strike="noStrike">
                <a:solidFill>
                  <a:srgbClr val="000000"/>
                </a:solidFill>
                <a:latin typeface="Arial"/>
                <a:ea typeface="DejaVu Sans"/>
              </a:rPr>
              <a:t>”</a:t>
            </a:r>
            <a:r>
              <a:rPr b="0" lang="en-US" sz="1800" spc="-1" strike="noStrike">
                <a:latin typeface="Arial"/>
              </a:rPr>
              <a:t>]</a:t>
            </a:r>
            <a:endParaRPr b="0" lang="en-US" sz="1800" spc="-1" strike="noStrike">
              <a:latin typeface="Arial"/>
            </a:endParaRPr>
          </a:p>
        </p:txBody>
      </p:sp>
      <p:sp>
        <p:nvSpPr>
          <p:cNvPr id="1885"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sp>
      <p:sp>
        <p:nvSpPr>
          <p:cNvPr id="1886"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sp>
      <p:sp>
        <p:nvSpPr>
          <p:cNvPr id="1887"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r>
              <a:rPr b="0" lang="en-US" sz="1800" spc="-1" strike="noStrike">
                <a:solidFill>
                  <a:srgbClr val="000000"/>
                </a:solidFill>
                <a:latin typeface="Arial"/>
                <a:ea typeface="DejaVu Sans"/>
              </a:rPr>
              <a:t>  </a:t>
            </a:r>
            <a:endParaRPr b="0" lang="en-US" sz="1800" spc="-1" strike="noStrike">
              <a:latin typeface="Arial"/>
            </a:endParaRPr>
          </a:p>
        </p:txBody>
      </p:sp>
      <p:sp>
        <p:nvSpPr>
          <p:cNvPr id="1888" name="Line 79"/>
          <p:cNvSpPr/>
          <p:nvPr/>
        </p:nvSpPr>
        <p:spPr>
          <a:xfrm>
            <a:off x="2377440" y="1234800"/>
            <a:ext cx="0" cy="320040"/>
          </a:xfrm>
          <a:prstGeom prst="line">
            <a:avLst/>
          </a:prstGeom>
          <a:ln>
            <a:solidFill>
              <a:srgbClr val="000000"/>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9" name="CustomShape 1"/>
          <p:cNvSpPr/>
          <p:nvPr/>
        </p:nvSpPr>
        <p:spPr>
          <a:xfrm>
            <a:off x="14637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eat</a:t>
            </a:r>
            <a:r>
              <a:rPr b="0" lang="en-US" sz="1800" spc="-1" strike="noStrike">
                <a:solidFill>
                  <a:srgbClr val="000000"/>
                </a:solidFill>
                <a:latin typeface="Arial"/>
                <a:ea typeface="DejaVu Sans"/>
              </a:rPr>
              <a:t>”</a:t>
            </a:r>
            <a:endParaRPr b="0" lang="en-US" sz="1800" spc="-1" strike="noStrike">
              <a:latin typeface="Arial"/>
            </a:endParaRPr>
          </a:p>
        </p:txBody>
      </p:sp>
      <p:sp>
        <p:nvSpPr>
          <p:cNvPr id="1890" name="CustomShape 2"/>
          <p:cNvSpPr/>
          <p:nvPr/>
        </p:nvSpPr>
        <p:spPr>
          <a:xfrm>
            <a:off x="183600" y="594360"/>
            <a:ext cx="9133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strs</a:t>
            </a:r>
            <a:endParaRPr b="0" lang="en-US" sz="1800" spc="-1" strike="noStrike">
              <a:latin typeface="Arial"/>
            </a:endParaRPr>
          </a:p>
        </p:txBody>
      </p:sp>
      <p:sp>
        <p:nvSpPr>
          <p:cNvPr id="1891" name="CustomShape 3"/>
          <p:cNvSpPr/>
          <p:nvPr/>
        </p:nvSpPr>
        <p:spPr>
          <a:xfrm>
            <a:off x="182880" y="2214000"/>
            <a:ext cx="64008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curr</a:t>
            </a:r>
            <a:endParaRPr b="0" lang="en-US" sz="1800" spc="-1" strike="noStrike">
              <a:latin typeface="Arial"/>
            </a:endParaRPr>
          </a:p>
        </p:txBody>
      </p:sp>
      <p:sp>
        <p:nvSpPr>
          <p:cNvPr id="1892" name="Line 4"/>
          <p:cNvSpPr/>
          <p:nvPr/>
        </p:nvSpPr>
        <p:spPr>
          <a:xfrm>
            <a:off x="6492240" y="182880"/>
            <a:ext cx="0" cy="320040"/>
          </a:xfrm>
          <a:prstGeom prst="line">
            <a:avLst/>
          </a:prstGeom>
          <a:ln>
            <a:solidFill>
              <a:srgbClr val="000000"/>
            </a:solidFill>
            <a:tailEnd len="med" type="triangle" w="med"/>
          </a:ln>
        </p:spPr>
        <p:style>
          <a:lnRef idx="0"/>
          <a:fillRef idx="0"/>
          <a:effectRef idx="0"/>
          <a:fontRef idx="minor"/>
        </p:style>
      </p:sp>
      <p:sp>
        <p:nvSpPr>
          <p:cNvPr id="1893" name="CustomShape 5"/>
          <p:cNvSpPr/>
          <p:nvPr/>
        </p:nvSpPr>
        <p:spPr>
          <a:xfrm>
            <a:off x="327960" y="4297680"/>
            <a:ext cx="5158440" cy="12801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 “bat”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res[k3] = </a:t>
            </a:r>
            <a:r>
              <a:rPr b="0" lang="en-US" sz="1800" spc="-1" strike="noStrike">
                <a:latin typeface="Arial"/>
                <a:ea typeface="Noto Sans CJK SC"/>
              </a:rPr>
              <a:t>[“bat”</a:t>
            </a:r>
            <a:r>
              <a:rPr b="0" lang="en-US" sz="1800" spc="-1" strike="noStrike">
                <a:solidFill>
                  <a:srgbClr val="000000"/>
                </a:solidFill>
                <a:latin typeface="Arial"/>
                <a:ea typeface="DejaVu Sans"/>
              </a:rPr>
              <a:t>]</a:t>
            </a:r>
            <a:endParaRPr b="0" lang="en-US" sz="1800" spc="-1" strike="noStrike">
              <a:latin typeface="Arial"/>
            </a:endParaRPr>
          </a:p>
          <a:p>
            <a:pPr>
              <a:lnSpc>
                <a:spcPct val="100000"/>
              </a:lnSpc>
            </a:pPr>
            <a:r>
              <a:rPr b="0" lang="en-US" sz="1800" spc="-1" strike="noStrike">
                <a:solidFill>
                  <a:srgbClr val="000000"/>
                </a:solidFill>
                <a:latin typeface="Arial"/>
                <a:ea typeface="DejaVu Sans"/>
              </a:rPr>
              <a:t>return [</a:t>
            </a:r>
            <a:r>
              <a:rPr b="0" lang="en-US" sz="1800" spc="-1" strike="noStrike">
                <a:latin typeface="Arial"/>
                <a:ea typeface="Noto Sans CJK SC"/>
              </a:rPr>
              <a:t>[“eat”, “</a:t>
            </a:r>
            <a:r>
              <a:rPr b="0" lang="en-US" sz="1800" spc="-1" strike="noStrike">
                <a:solidFill>
                  <a:srgbClr val="000000"/>
                </a:solidFill>
                <a:latin typeface="Arial"/>
                <a:ea typeface="DejaVu Sans"/>
              </a:rPr>
              <a:t>tea”, “ate”], </a:t>
            </a:r>
            <a:r>
              <a:rPr b="0" lang="en-US" sz="1800" spc="-1" strike="noStrike">
                <a:latin typeface="Arial"/>
                <a:ea typeface="Noto Sans CJK SC"/>
              </a:rPr>
              <a:t>[“tan”, </a:t>
            </a:r>
            <a:r>
              <a:rPr b="0" lang="en-US" sz="1800" spc="-1" strike="noStrike">
                <a:latin typeface="Arial"/>
                <a:ea typeface="Noto Sans CJK SC"/>
              </a:rPr>
              <a:t>“nat</a:t>
            </a:r>
            <a:r>
              <a:rPr b="0" lang="en-US" sz="1800" spc="-1" strike="noStrike">
                <a:solidFill>
                  <a:srgbClr val="000000"/>
                </a:solidFill>
                <a:latin typeface="Arial"/>
                <a:ea typeface="DejaVu Sans"/>
              </a:rPr>
              <a:t>”], </a:t>
            </a:r>
            <a:r>
              <a:rPr b="0" lang="en-US" sz="1800" spc="-1" strike="noStrike">
                <a:latin typeface="Arial"/>
                <a:ea typeface="Noto Sans CJK SC"/>
              </a:rPr>
              <a:t>[“bat”</a:t>
            </a:r>
            <a:r>
              <a:rPr b="0" lang="en-US" sz="1800" spc="-1" strike="noStrike">
                <a:solidFill>
                  <a:srgbClr val="000000"/>
                </a:solidFill>
                <a:latin typeface="Arial"/>
                <a:ea typeface="DejaVu Sans"/>
              </a:rPr>
              <a:t>]] </a:t>
            </a:r>
            <a:endParaRPr b="0" lang="en-US" sz="1800" spc="-1" strike="noStrike">
              <a:latin typeface="Arial"/>
            </a:endParaRPr>
          </a:p>
        </p:txBody>
      </p:sp>
      <p:sp>
        <p:nvSpPr>
          <p:cNvPr id="1894" name="CustomShape 6"/>
          <p:cNvSpPr/>
          <p:nvPr/>
        </p:nvSpPr>
        <p:spPr>
          <a:xfrm>
            <a:off x="23781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tea</a:t>
            </a:r>
            <a:r>
              <a:rPr b="0" lang="en-US" sz="1800" spc="-1" strike="noStrike">
                <a:solidFill>
                  <a:srgbClr val="000000"/>
                </a:solidFill>
                <a:latin typeface="Arial"/>
                <a:ea typeface="DejaVu Sans"/>
              </a:rPr>
              <a:t>”</a:t>
            </a:r>
            <a:endParaRPr b="0" lang="en-US" sz="1800" spc="-1" strike="noStrike">
              <a:latin typeface="Arial"/>
            </a:endParaRPr>
          </a:p>
        </p:txBody>
      </p:sp>
      <p:sp>
        <p:nvSpPr>
          <p:cNvPr id="1895" name="CustomShape 7"/>
          <p:cNvSpPr/>
          <p:nvPr/>
        </p:nvSpPr>
        <p:spPr>
          <a:xfrm>
            <a:off x="32925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tan</a:t>
            </a:r>
            <a:r>
              <a:rPr b="0" lang="en-US" sz="1800" spc="-1" strike="noStrike">
                <a:solidFill>
                  <a:srgbClr val="000000"/>
                </a:solidFill>
                <a:latin typeface="Arial"/>
                <a:ea typeface="DejaVu Sans"/>
              </a:rPr>
              <a:t>”</a:t>
            </a:r>
            <a:endParaRPr b="0" lang="en-US" sz="1800" spc="-1" strike="noStrike">
              <a:latin typeface="Arial"/>
            </a:endParaRPr>
          </a:p>
        </p:txBody>
      </p:sp>
      <p:sp>
        <p:nvSpPr>
          <p:cNvPr id="1896" name="CustomShape 8"/>
          <p:cNvSpPr/>
          <p:nvPr/>
        </p:nvSpPr>
        <p:spPr>
          <a:xfrm>
            <a:off x="420696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ate</a:t>
            </a:r>
            <a:r>
              <a:rPr b="0" lang="en-US" sz="1800" spc="-1" strike="noStrike">
                <a:solidFill>
                  <a:srgbClr val="000000"/>
                </a:solidFill>
                <a:latin typeface="Arial"/>
                <a:ea typeface="DejaVu Sans"/>
              </a:rPr>
              <a:t>”</a:t>
            </a:r>
            <a:endParaRPr b="0" lang="en-US" sz="1800" spc="-1" strike="noStrike">
              <a:latin typeface="Arial"/>
            </a:endParaRPr>
          </a:p>
        </p:txBody>
      </p:sp>
      <p:sp>
        <p:nvSpPr>
          <p:cNvPr id="1897" name="CustomShape 9"/>
          <p:cNvSpPr/>
          <p:nvPr/>
        </p:nvSpPr>
        <p:spPr>
          <a:xfrm>
            <a:off x="51206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nat</a:t>
            </a:r>
            <a:r>
              <a:rPr b="0" lang="en-US" sz="1800" spc="-1" strike="noStrike">
                <a:solidFill>
                  <a:srgbClr val="000000"/>
                </a:solidFill>
                <a:latin typeface="Arial"/>
                <a:ea typeface="DejaVu Sans"/>
              </a:rPr>
              <a:t>”</a:t>
            </a:r>
            <a:endParaRPr b="0" lang="en-US" sz="1800" spc="-1" strike="noStrike">
              <a:latin typeface="Arial"/>
            </a:endParaRPr>
          </a:p>
        </p:txBody>
      </p:sp>
      <p:sp>
        <p:nvSpPr>
          <p:cNvPr id="1898" name="CustomShape 10"/>
          <p:cNvSpPr/>
          <p:nvPr/>
        </p:nvSpPr>
        <p:spPr>
          <a:xfrm>
            <a:off x="6035040" y="502920"/>
            <a:ext cx="91440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899" name="CustomShape 11"/>
          <p:cNvSpPr/>
          <p:nvPr/>
        </p:nvSpPr>
        <p:spPr>
          <a:xfrm>
            <a:off x="186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900" name="TextShape 12"/>
          <p:cNvSpPr txBox="1"/>
          <p:nvPr/>
        </p:nvSpPr>
        <p:spPr>
          <a:xfrm>
            <a:off x="367560" y="3401640"/>
            <a:ext cx="365760" cy="346320"/>
          </a:xfrm>
          <a:prstGeom prst="rect">
            <a:avLst/>
          </a:prstGeom>
          <a:noFill/>
          <a:ln>
            <a:noFill/>
          </a:ln>
        </p:spPr>
      </p:sp>
      <p:sp>
        <p:nvSpPr>
          <p:cNvPr id="1901" name="CustomShape 13"/>
          <p:cNvSpPr/>
          <p:nvPr/>
        </p:nvSpPr>
        <p:spPr>
          <a:xfrm>
            <a:off x="186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02" name="CustomShape 14"/>
          <p:cNvSpPr/>
          <p:nvPr/>
        </p:nvSpPr>
        <p:spPr>
          <a:xfrm>
            <a:off x="5504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903" name="CustomShape 15"/>
          <p:cNvSpPr/>
          <p:nvPr/>
        </p:nvSpPr>
        <p:spPr>
          <a:xfrm>
            <a:off x="5504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904" name="CustomShape 16"/>
          <p:cNvSpPr/>
          <p:nvPr/>
        </p:nvSpPr>
        <p:spPr>
          <a:xfrm>
            <a:off x="918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05" name="CustomShape 17"/>
          <p:cNvSpPr/>
          <p:nvPr/>
        </p:nvSpPr>
        <p:spPr>
          <a:xfrm>
            <a:off x="918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a:t>
            </a:r>
            <a:endParaRPr b="0" lang="en-US" sz="1800" spc="-1" strike="noStrike">
              <a:latin typeface="Arial"/>
            </a:endParaRPr>
          </a:p>
        </p:txBody>
      </p:sp>
      <p:sp>
        <p:nvSpPr>
          <p:cNvPr id="1906" name="CustomShape 18"/>
          <p:cNvSpPr/>
          <p:nvPr/>
        </p:nvSpPr>
        <p:spPr>
          <a:xfrm>
            <a:off x="12819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07" name="CustomShape 19"/>
          <p:cNvSpPr/>
          <p:nvPr/>
        </p:nvSpPr>
        <p:spPr>
          <a:xfrm>
            <a:off x="12819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3</a:t>
            </a:r>
            <a:endParaRPr b="0" lang="en-US" sz="1800" spc="-1" strike="noStrike">
              <a:latin typeface="Arial"/>
            </a:endParaRPr>
          </a:p>
        </p:txBody>
      </p:sp>
      <p:sp>
        <p:nvSpPr>
          <p:cNvPr id="1908" name="CustomShape 20"/>
          <p:cNvSpPr/>
          <p:nvPr/>
        </p:nvSpPr>
        <p:spPr>
          <a:xfrm>
            <a:off x="16495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09" name="CustomShape 21"/>
          <p:cNvSpPr/>
          <p:nvPr/>
        </p:nvSpPr>
        <p:spPr>
          <a:xfrm>
            <a:off x="16495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4</a:t>
            </a:r>
            <a:endParaRPr b="0" lang="en-US" sz="1800" spc="-1" strike="noStrike">
              <a:latin typeface="Arial"/>
            </a:endParaRPr>
          </a:p>
        </p:txBody>
      </p:sp>
      <p:sp>
        <p:nvSpPr>
          <p:cNvPr id="1910" name="CustomShape 22"/>
          <p:cNvSpPr/>
          <p:nvPr/>
        </p:nvSpPr>
        <p:spPr>
          <a:xfrm>
            <a:off x="20134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11" name="CustomShape 23"/>
          <p:cNvSpPr/>
          <p:nvPr/>
        </p:nvSpPr>
        <p:spPr>
          <a:xfrm>
            <a:off x="20134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5</a:t>
            </a:r>
            <a:endParaRPr b="0" lang="en-US" sz="1800" spc="-1" strike="noStrike">
              <a:latin typeface="Arial"/>
            </a:endParaRPr>
          </a:p>
        </p:txBody>
      </p:sp>
      <p:sp>
        <p:nvSpPr>
          <p:cNvPr id="1912" name="CustomShape 24"/>
          <p:cNvSpPr/>
          <p:nvPr/>
        </p:nvSpPr>
        <p:spPr>
          <a:xfrm>
            <a:off x="23810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13" name="CustomShape 25"/>
          <p:cNvSpPr/>
          <p:nvPr/>
        </p:nvSpPr>
        <p:spPr>
          <a:xfrm>
            <a:off x="23810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6</a:t>
            </a:r>
            <a:endParaRPr b="0" lang="en-US" sz="1800" spc="-1" strike="noStrike">
              <a:latin typeface="Arial"/>
            </a:endParaRPr>
          </a:p>
        </p:txBody>
      </p:sp>
      <p:sp>
        <p:nvSpPr>
          <p:cNvPr id="1914" name="CustomShape 26"/>
          <p:cNvSpPr/>
          <p:nvPr/>
        </p:nvSpPr>
        <p:spPr>
          <a:xfrm>
            <a:off x="27450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15" name="CustomShape 27"/>
          <p:cNvSpPr/>
          <p:nvPr/>
        </p:nvSpPr>
        <p:spPr>
          <a:xfrm>
            <a:off x="27450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7</a:t>
            </a:r>
            <a:endParaRPr b="0" lang="en-US" sz="1800" spc="-1" strike="noStrike">
              <a:latin typeface="Arial"/>
            </a:endParaRPr>
          </a:p>
        </p:txBody>
      </p:sp>
      <p:sp>
        <p:nvSpPr>
          <p:cNvPr id="1916" name="CustomShape 28"/>
          <p:cNvSpPr/>
          <p:nvPr/>
        </p:nvSpPr>
        <p:spPr>
          <a:xfrm>
            <a:off x="3110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17" name="TextShape 29"/>
          <p:cNvSpPr txBox="1"/>
          <p:nvPr/>
        </p:nvSpPr>
        <p:spPr>
          <a:xfrm>
            <a:off x="3291840" y="3401640"/>
            <a:ext cx="365760" cy="346320"/>
          </a:xfrm>
          <a:prstGeom prst="rect">
            <a:avLst/>
          </a:prstGeom>
          <a:noFill/>
          <a:ln>
            <a:noFill/>
          </a:ln>
        </p:spPr>
      </p:sp>
      <p:sp>
        <p:nvSpPr>
          <p:cNvPr id="1918" name="CustomShape 30"/>
          <p:cNvSpPr/>
          <p:nvPr/>
        </p:nvSpPr>
        <p:spPr>
          <a:xfrm>
            <a:off x="3110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8</a:t>
            </a:r>
            <a:endParaRPr b="0" lang="en-US" sz="1800" spc="-1" strike="noStrike">
              <a:latin typeface="Arial"/>
            </a:endParaRPr>
          </a:p>
        </p:txBody>
      </p:sp>
      <p:sp>
        <p:nvSpPr>
          <p:cNvPr id="1919" name="CustomShape 31"/>
          <p:cNvSpPr/>
          <p:nvPr/>
        </p:nvSpPr>
        <p:spPr>
          <a:xfrm>
            <a:off x="34747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20" name="CustomShape 32"/>
          <p:cNvSpPr/>
          <p:nvPr/>
        </p:nvSpPr>
        <p:spPr>
          <a:xfrm>
            <a:off x="34747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9</a:t>
            </a:r>
            <a:endParaRPr b="0" lang="en-US" sz="1800" spc="-1" strike="noStrike">
              <a:latin typeface="Arial"/>
            </a:endParaRPr>
          </a:p>
        </p:txBody>
      </p:sp>
      <p:sp>
        <p:nvSpPr>
          <p:cNvPr id="1921" name="CustomShape 33"/>
          <p:cNvSpPr/>
          <p:nvPr/>
        </p:nvSpPr>
        <p:spPr>
          <a:xfrm>
            <a:off x="3842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22" name="CustomShape 34"/>
          <p:cNvSpPr/>
          <p:nvPr/>
        </p:nvSpPr>
        <p:spPr>
          <a:xfrm>
            <a:off x="3842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10</a:t>
            </a:r>
            <a:endParaRPr b="0" lang="en-US" sz="1800" spc="-1" strike="noStrike">
              <a:latin typeface="Arial"/>
            </a:endParaRPr>
          </a:p>
        </p:txBody>
      </p:sp>
      <p:sp>
        <p:nvSpPr>
          <p:cNvPr id="1923" name="CustomShape 35"/>
          <p:cNvSpPr/>
          <p:nvPr/>
        </p:nvSpPr>
        <p:spPr>
          <a:xfrm>
            <a:off x="42062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24" name="CustomShape 36"/>
          <p:cNvSpPr/>
          <p:nvPr/>
        </p:nvSpPr>
        <p:spPr>
          <a:xfrm>
            <a:off x="42062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11</a:t>
            </a:r>
            <a:endParaRPr b="0" lang="en-US" sz="1800" spc="-1" strike="noStrike">
              <a:latin typeface="Arial"/>
            </a:endParaRPr>
          </a:p>
        </p:txBody>
      </p:sp>
      <p:sp>
        <p:nvSpPr>
          <p:cNvPr id="1925" name="CustomShape 37"/>
          <p:cNvSpPr/>
          <p:nvPr/>
        </p:nvSpPr>
        <p:spPr>
          <a:xfrm>
            <a:off x="45738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26" name="CustomShape 38"/>
          <p:cNvSpPr/>
          <p:nvPr/>
        </p:nvSpPr>
        <p:spPr>
          <a:xfrm>
            <a:off x="45738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12</a:t>
            </a:r>
            <a:endParaRPr b="0" lang="en-US" sz="1800" spc="-1" strike="noStrike">
              <a:latin typeface="Arial"/>
            </a:endParaRPr>
          </a:p>
        </p:txBody>
      </p:sp>
      <p:sp>
        <p:nvSpPr>
          <p:cNvPr id="1927" name="CustomShape 39"/>
          <p:cNvSpPr/>
          <p:nvPr/>
        </p:nvSpPr>
        <p:spPr>
          <a:xfrm>
            <a:off x="49377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28" name="CustomShape 40"/>
          <p:cNvSpPr/>
          <p:nvPr/>
        </p:nvSpPr>
        <p:spPr>
          <a:xfrm>
            <a:off x="49377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13</a:t>
            </a:r>
            <a:endParaRPr b="0" lang="en-US" sz="1800" spc="-1" strike="noStrike">
              <a:latin typeface="Arial"/>
            </a:endParaRPr>
          </a:p>
        </p:txBody>
      </p:sp>
      <p:sp>
        <p:nvSpPr>
          <p:cNvPr id="1929" name="CustomShape 41"/>
          <p:cNvSpPr/>
          <p:nvPr/>
        </p:nvSpPr>
        <p:spPr>
          <a:xfrm>
            <a:off x="5305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30" name="CustomShape 42"/>
          <p:cNvSpPr/>
          <p:nvPr/>
        </p:nvSpPr>
        <p:spPr>
          <a:xfrm>
            <a:off x="5305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14</a:t>
            </a:r>
            <a:endParaRPr b="0" lang="en-US" sz="1800" spc="-1" strike="noStrike">
              <a:latin typeface="Arial"/>
            </a:endParaRPr>
          </a:p>
        </p:txBody>
      </p:sp>
      <p:sp>
        <p:nvSpPr>
          <p:cNvPr id="1931" name="CustomShape 43"/>
          <p:cNvSpPr/>
          <p:nvPr/>
        </p:nvSpPr>
        <p:spPr>
          <a:xfrm>
            <a:off x="56692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32" name="CustomShape 44"/>
          <p:cNvSpPr/>
          <p:nvPr/>
        </p:nvSpPr>
        <p:spPr>
          <a:xfrm>
            <a:off x="56692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15</a:t>
            </a:r>
            <a:endParaRPr b="0" lang="en-US" sz="1800" spc="-1" strike="noStrike">
              <a:latin typeface="Arial"/>
            </a:endParaRPr>
          </a:p>
        </p:txBody>
      </p:sp>
      <p:sp>
        <p:nvSpPr>
          <p:cNvPr id="1933" name="CustomShape 45"/>
          <p:cNvSpPr/>
          <p:nvPr/>
        </p:nvSpPr>
        <p:spPr>
          <a:xfrm>
            <a:off x="60386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34" name="CustomShape 46"/>
          <p:cNvSpPr/>
          <p:nvPr/>
        </p:nvSpPr>
        <p:spPr>
          <a:xfrm>
            <a:off x="60386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16</a:t>
            </a:r>
            <a:endParaRPr b="0" lang="en-US" sz="1800" spc="-1" strike="noStrike">
              <a:latin typeface="Arial"/>
            </a:endParaRPr>
          </a:p>
        </p:txBody>
      </p:sp>
      <p:sp>
        <p:nvSpPr>
          <p:cNvPr id="1935" name="CustomShape 47"/>
          <p:cNvSpPr/>
          <p:nvPr/>
        </p:nvSpPr>
        <p:spPr>
          <a:xfrm>
            <a:off x="64026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36" name="CustomShape 48"/>
          <p:cNvSpPr/>
          <p:nvPr/>
        </p:nvSpPr>
        <p:spPr>
          <a:xfrm>
            <a:off x="64026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17</a:t>
            </a:r>
            <a:endParaRPr b="0" lang="en-US" sz="1800" spc="-1" strike="noStrike">
              <a:latin typeface="Arial"/>
            </a:endParaRPr>
          </a:p>
        </p:txBody>
      </p:sp>
      <p:sp>
        <p:nvSpPr>
          <p:cNvPr id="1937" name="CustomShape 49"/>
          <p:cNvSpPr/>
          <p:nvPr/>
        </p:nvSpPr>
        <p:spPr>
          <a:xfrm>
            <a:off x="6768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38" name="CustomShape 50"/>
          <p:cNvSpPr/>
          <p:nvPr/>
        </p:nvSpPr>
        <p:spPr>
          <a:xfrm>
            <a:off x="6768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18</a:t>
            </a:r>
            <a:endParaRPr b="0" lang="en-US" sz="1800" spc="-1" strike="noStrike">
              <a:latin typeface="Arial"/>
            </a:endParaRPr>
          </a:p>
        </p:txBody>
      </p:sp>
      <p:sp>
        <p:nvSpPr>
          <p:cNvPr id="1939" name="CustomShape 51"/>
          <p:cNvSpPr/>
          <p:nvPr/>
        </p:nvSpPr>
        <p:spPr>
          <a:xfrm>
            <a:off x="71323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a:t>
            </a:r>
            <a:endParaRPr b="0" lang="en-US" sz="1800" spc="-1" strike="noStrike">
              <a:latin typeface="Arial"/>
            </a:endParaRPr>
          </a:p>
        </p:txBody>
      </p:sp>
      <p:sp>
        <p:nvSpPr>
          <p:cNvPr id="1940" name="CustomShape 52"/>
          <p:cNvSpPr/>
          <p:nvPr/>
        </p:nvSpPr>
        <p:spPr>
          <a:xfrm>
            <a:off x="71323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19</a:t>
            </a:r>
            <a:endParaRPr b="0" lang="en-US" sz="1800" spc="-1" strike="noStrike">
              <a:latin typeface="Arial"/>
            </a:endParaRPr>
          </a:p>
        </p:txBody>
      </p:sp>
      <p:sp>
        <p:nvSpPr>
          <p:cNvPr id="1941" name="CustomShape 53"/>
          <p:cNvSpPr/>
          <p:nvPr/>
        </p:nvSpPr>
        <p:spPr>
          <a:xfrm>
            <a:off x="7499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42" name="CustomShape 54"/>
          <p:cNvSpPr/>
          <p:nvPr/>
        </p:nvSpPr>
        <p:spPr>
          <a:xfrm>
            <a:off x="7499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20</a:t>
            </a:r>
            <a:endParaRPr b="0" lang="en-US" sz="1800" spc="-1" strike="noStrike">
              <a:latin typeface="Arial"/>
            </a:endParaRPr>
          </a:p>
        </p:txBody>
      </p:sp>
      <p:sp>
        <p:nvSpPr>
          <p:cNvPr id="1943" name="CustomShape 55"/>
          <p:cNvSpPr/>
          <p:nvPr/>
        </p:nvSpPr>
        <p:spPr>
          <a:xfrm>
            <a:off x="786384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44" name="CustomShape 56"/>
          <p:cNvSpPr/>
          <p:nvPr/>
        </p:nvSpPr>
        <p:spPr>
          <a:xfrm>
            <a:off x="786384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21</a:t>
            </a:r>
            <a:endParaRPr b="0" lang="en-US" sz="1800" spc="-1" strike="noStrike">
              <a:latin typeface="Arial"/>
            </a:endParaRPr>
          </a:p>
        </p:txBody>
      </p:sp>
      <p:sp>
        <p:nvSpPr>
          <p:cNvPr id="1945" name="CustomShape 57"/>
          <p:cNvSpPr/>
          <p:nvPr/>
        </p:nvSpPr>
        <p:spPr>
          <a:xfrm>
            <a:off x="823140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46" name="CustomShape 58"/>
          <p:cNvSpPr/>
          <p:nvPr/>
        </p:nvSpPr>
        <p:spPr>
          <a:xfrm>
            <a:off x="823140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22</a:t>
            </a:r>
            <a:endParaRPr b="0" lang="en-US" sz="1800" spc="-1" strike="noStrike">
              <a:latin typeface="Arial"/>
            </a:endParaRPr>
          </a:p>
        </p:txBody>
      </p:sp>
      <p:sp>
        <p:nvSpPr>
          <p:cNvPr id="1947" name="CustomShape 59"/>
          <p:cNvSpPr/>
          <p:nvPr/>
        </p:nvSpPr>
        <p:spPr>
          <a:xfrm>
            <a:off x="859536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48" name="CustomShape 60"/>
          <p:cNvSpPr/>
          <p:nvPr/>
        </p:nvSpPr>
        <p:spPr>
          <a:xfrm>
            <a:off x="859536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23</a:t>
            </a:r>
            <a:endParaRPr b="0" lang="en-US" sz="1800" spc="-1" strike="noStrike">
              <a:latin typeface="Arial"/>
            </a:endParaRPr>
          </a:p>
        </p:txBody>
      </p:sp>
      <p:sp>
        <p:nvSpPr>
          <p:cNvPr id="1949" name="CustomShape 61"/>
          <p:cNvSpPr/>
          <p:nvPr/>
        </p:nvSpPr>
        <p:spPr>
          <a:xfrm>
            <a:off x="896292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50" name="CustomShape 62"/>
          <p:cNvSpPr/>
          <p:nvPr/>
        </p:nvSpPr>
        <p:spPr>
          <a:xfrm>
            <a:off x="896292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24</a:t>
            </a:r>
            <a:endParaRPr b="0" lang="en-US" sz="1800" spc="-1" strike="noStrike">
              <a:latin typeface="Arial"/>
            </a:endParaRPr>
          </a:p>
        </p:txBody>
      </p:sp>
      <p:sp>
        <p:nvSpPr>
          <p:cNvPr id="1951" name="CustomShape 63"/>
          <p:cNvSpPr/>
          <p:nvPr/>
        </p:nvSpPr>
        <p:spPr>
          <a:xfrm>
            <a:off x="9326880" y="2762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0</a:t>
            </a:r>
            <a:endParaRPr b="0" lang="en-US" sz="1800" spc="-1" strike="noStrike">
              <a:latin typeface="Arial"/>
            </a:endParaRPr>
          </a:p>
        </p:txBody>
      </p:sp>
      <p:sp>
        <p:nvSpPr>
          <p:cNvPr id="1952" name="CustomShape 64"/>
          <p:cNvSpPr/>
          <p:nvPr/>
        </p:nvSpPr>
        <p:spPr>
          <a:xfrm>
            <a:off x="9326880" y="3158640"/>
            <a:ext cx="36576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25</a:t>
            </a:r>
            <a:endParaRPr b="0" lang="en-US" sz="1800" spc="-1" strike="noStrike">
              <a:latin typeface="Arial"/>
            </a:endParaRPr>
          </a:p>
        </p:txBody>
      </p:sp>
      <p:sp>
        <p:nvSpPr>
          <p:cNvPr id="1953" name="CustomShape 65"/>
          <p:cNvSpPr/>
          <p:nvPr/>
        </p:nvSpPr>
        <p:spPr>
          <a:xfrm>
            <a:off x="175680" y="1644480"/>
            <a:ext cx="731520" cy="3646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word </a:t>
            </a:r>
            <a:endParaRPr b="0" lang="en-US" sz="1800" spc="-1" strike="noStrike">
              <a:latin typeface="Arial"/>
            </a:endParaRPr>
          </a:p>
        </p:txBody>
      </p:sp>
      <p:sp>
        <p:nvSpPr>
          <p:cNvPr id="1954" name="CustomShape 66"/>
          <p:cNvSpPr/>
          <p:nvPr/>
        </p:nvSpPr>
        <p:spPr>
          <a:xfrm>
            <a:off x="100044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b’</a:t>
            </a:r>
            <a:endParaRPr b="0" lang="en-US" sz="1800" spc="-1" strike="noStrike">
              <a:latin typeface="Arial"/>
            </a:endParaRPr>
          </a:p>
        </p:txBody>
      </p:sp>
      <p:sp>
        <p:nvSpPr>
          <p:cNvPr id="1955" name="CustomShape 67"/>
          <p:cNvSpPr/>
          <p:nvPr/>
        </p:nvSpPr>
        <p:spPr>
          <a:xfrm>
            <a:off x="1549080" y="15530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a’</a:t>
            </a:r>
            <a:endParaRPr b="0" lang="en-US" sz="1800" spc="-1" strike="noStrike">
              <a:latin typeface="Arial"/>
            </a:endParaRPr>
          </a:p>
        </p:txBody>
      </p:sp>
      <p:sp>
        <p:nvSpPr>
          <p:cNvPr id="1956" name="CustomShape 68"/>
          <p:cNvSpPr/>
          <p:nvPr/>
        </p:nvSpPr>
        <p:spPr>
          <a:xfrm>
            <a:off x="2097720" y="1554840"/>
            <a:ext cx="546840" cy="54684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a:t>
            </a:r>
            <a:endParaRPr b="0" lang="en-US" sz="1800" spc="-1" strike="noStrike">
              <a:latin typeface="Arial"/>
            </a:endParaRPr>
          </a:p>
        </p:txBody>
      </p:sp>
      <p:sp>
        <p:nvSpPr>
          <p:cNvPr id="1957" name="CustomShape 69"/>
          <p:cNvSpPr/>
          <p:nvPr/>
        </p:nvSpPr>
        <p:spPr>
          <a:xfrm>
            <a:off x="6676200" y="365904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solidFill>
                  <a:srgbClr val="000000"/>
                </a:solidFill>
                <a:latin typeface="Arial"/>
                <a:ea typeface="DejaVu Sans"/>
              </a:rPr>
              <a:t>key</a:t>
            </a:r>
            <a:endParaRPr b="0" lang="en-US" sz="1800" spc="-1" strike="noStrike">
              <a:latin typeface="Arial"/>
            </a:endParaRPr>
          </a:p>
        </p:txBody>
      </p:sp>
      <p:sp>
        <p:nvSpPr>
          <p:cNvPr id="1958" name="CustomShape 70"/>
          <p:cNvSpPr/>
          <p:nvPr/>
        </p:nvSpPr>
        <p:spPr>
          <a:xfrm>
            <a:off x="7407720" y="365904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solidFill>
                  <a:srgbClr val="000000"/>
                </a:solidFill>
                <a:latin typeface="Arial"/>
                <a:ea typeface="DejaVu Sans"/>
              </a:rPr>
              <a:t>value</a:t>
            </a:r>
            <a:endParaRPr b="0" lang="en-US" sz="1800" spc="-1" strike="noStrike">
              <a:latin typeface="Arial"/>
            </a:endParaRPr>
          </a:p>
        </p:txBody>
      </p:sp>
      <p:sp>
        <p:nvSpPr>
          <p:cNvPr id="1959" name="CustomShape 71"/>
          <p:cNvSpPr/>
          <p:nvPr/>
        </p:nvSpPr>
        <p:spPr>
          <a:xfrm>
            <a:off x="5852520" y="3657600"/>
            <a:ext cx="547920" cy="457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res</a:t>
            </a:r>
            <a:endParaRPr b="0" lang="en-US" sz="1800" spc="-1" strike="noStrike">
              <a:latin typeface="Arial"/>
            </a:endParaRPr>
          </a:p>
        </p:txBody>
      </p:sp>
      <p:sp>
        <p:nvSpPr>
          <p:cNvPr id="1960" name="CustomShape 72"/>
          <p:cNvSpPr/>
          <p:nvPr/>
        </p:nvSpPr>
        <p:spPr>
          <a:xfrm>
            <a:off x="6676200" y="402480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k1</a:t>
            </a:r>
            <a:endParaRPr b="0" lang="en-US" sz="1800" spc="-1" strike="noStrike">
              <a:latin typeface="Arial"/>
            </a:endParaRPr>
          </a:p>
        </p:txBody>
      </p:sp>
      <p:sp>
        <p:nvSpPr>
          <p:cNvPr id="1961" name="CustomShape 73"/>
          <p:cNvSpPr/>
          <p:nvPr/>
        </p:nvSpPr>
        <p:spPr>
          <a:xfrm>
            <a:off x="7407720" y="402480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[“eat”, “</a:t>
            </a:r>
            <a:r>
              <a:rPr b="0" lang="en-US" sz="1800" spc="-1" strike="noStrike">
                <a:solidFill>
                  <a:srgbClr val="000000"/>
                </a:solidFill>
                <a:latin typeface="Arial"/>
                <a:ea typeface="DejaVu Sans"/>
              </a:rPr>
              <a:t>tea”, “ate”</a:t>
            </a:r>
            <a:r>
              <a:rPr b="0" lang="en-US" sz="1800" spc="-1" strike="noStrike">
                <a:latin typeface="Arial"/>
              </a:rPr>
              <a:t>]</a:t>
            </a:r>
            <a:endParaRPr b="0" lang="en-US" sz="1800" spc="-1" strike="noStrike">
              <a:latin typeface="Arial"/>
            </a:endParaRPr>
          </a:p>
        </p:txBody>
      </p:sp>
      <p:sp>
        <p:nvSpPr>
          <p:cNvPr id="1962" name="CustomShape 74"/>
          <p:cNvSpPr/>
          <p:nvPr/>
        </p:nvSpPr>
        <p:spPr>
          <a:xfrm>
            <a:off x="6676200" y="439056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k2</a:t>
            </a:r>
            <a:endParaRPr b="0" lang="en-US" sz="1800" spc="-1" strike="noStrike">
              <a:latin typeface="Arial"/>
            </a:endParaRPr>
          </a:p>
        </p:txBody>
      </p:sp>
      <p:sp>
        <p:nvSpPr>
          <p:cNvPr id="1963" name="CustomShape 75"/>
          <p:cNvSpPr/>
          <p:nvPr/>
        </p:nvSpPr>
        <p:spPr>
          <a:xfrm>
            <a:off x="7407720" y="439056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[“tan”, </a:t>
            </a:r>
            <a:r>
              <a:rPr b="0" lang="en-US" sz="1800" spc="-1" strike="noStrike">
                <a:latin typeface="Arial"/>
                <a:ea typeface="Noto Sans CJK SC"/>
              </a:rPr>
              <a:t>“nat</a:t>
            </a:r>
            <a:r>
              <a:rPr b="0" lang="en-US" sz="1800" spc="-1" strike="noStrike">
                <a:solidFill>
                  <a:srgbClr val="000000"/>
                </a:solidFill>
                <a:latin typeface="Arial"/>
                <a:ea typeface="DejaVu Sans"/>
              </a:rPr>
              <a:t>”</a:t>
            </a:r>
            <a:r>
              <a:rPr b="0" lang="en-US" sz="1800" spc="-1" strike="noStrike">
                <a:latin typeface="Arial"/>
              </a:rPr>
              <a:t>]</a:t>
            </a:r>
            <a:endParaRPr b="0" lang="en-US" sz="1800" spc="-1" strike="noStrike">
              <a:latin typeface="Arial"/>
            </a:endParaRPr>
          </a:p>
        </p:txBody>
      </p:sp>
      <p:sp>
        <p:nvSpPr>
          <p:cNvPr id="1964" name="CustomShape 76"/>
          <p:cNvSpPr/>
          <p:nvPr/>
        </p:nvSpPr>
        <p:spPr>
          <a:xfrm>
            <a:off x="6676200" y="4756320"/>
            <a:ext cx="731520" cy="365760"/>
          </a:xfrm>
          <a:prstGeom prst="rect">
            <a:avLst/>
          </a:prstGeom>
          <a:solidFill>
            <a:srgbClr val="ffffff"/>
          </a:solidFill>
          <a:ln>
            <a:solidFill>
              <a:srgbClr val="000000"/>
            </a:solidFill>
          </a:ln>
        </p:spPr>
        <p:style>
          <a:lnRef idx="0"/>
          <a:fillRef idx="0"/>
          <a:effectRef idx="0"/>
          <a:fontRef idx="minor"/>
        </p:style>
        <p:txBody>
          <a:bodyPr wrap="none" lIns="90000" rIns="90000" tIns="45000" bIns="45000" anchor="ctr">
            <a:noAutofit/>
          </a:bodyPr>
          <a:p>
            <a:pPr algn="ctr">
              <a:lnSpc>
                <a:spcPct val="100000"/>
              </a:lnSpc>
            </a:pPr>
            <a:r>
              <a:rPr b="0" lang="en-US" sz="1800" spc="-1" strike="noStrike">
                <a:latin typeface="Arial"/>
              </a:rPr>
              <a:t>k3</a:t>
            </a:r>
            <a:endParaRPr b="0" lang="en-US" sz="1800" spc="-1" strike="noStrike">
              <a:latin typeface="Arial"/>
            </a:endParaRPr>
          </a:p>
        </p:txBody>
      </p:sp>
      <p:sp>
        <p:nvSpPr>
          <p:cNvPr id="1965" name="CustomShape 77"/>
          <p:cNvSpPr/>
          <p:nvPr/>
        </p:nvSpPr>
        <p:spPr>
          <a:xfrm>
            <a:off x="7407720" y="4756320"/>
            <a:ext cx="2194560" cy="365760"/>
          </a:xfrm>
          <a:prstGeom prst="rect">
            <a:avLst/>
          </a:prstGeom>
          <a:solidFill>
            <a:srgbClr val="ffffff"/>
          </a:solidFill>
          <a:ln>
            <a:solidFill>
              <a:srgbClr val="000000"/>
            </a:solidFill>
          </a:ln>
        </p:spPr>
        <p:style>
          <a:lnRef idx="0"/>
          <a:fillRef idx="0"/>
          <a:effectRef idx="0"/>
          <a:fontRef idx="minor"/>
        </p:style>
        <p:txBody>
          <a:bodyPr lIns="90000" rIns="90000" tIns="45000" bIns="45000" anchor="ctr">
            <a:noAutofit/>
          </a:bodyPr>
          <a:p>
            <a:pPr algn="ctr">
              <a:lnSpc>
                <a:spcPct val="100000"/>
              </a:lnSpc>
            </a:pPr>
            <a:r>
              <a:rPr b="0" lang="en-US" sz="1800" spc="-1" strike="noStrike">
                <a:latin typeface="Arial"/>
                <a:ea typeface="Noto Sans CJK SC"/>
              </a:rPr>
              <a:t>[“bat”</a:t>
            </a:r>
            <a:r>
              <a:rPr b="0" lang="en-US" sz="1800" spc="-1" strike="noStrike">
                <a:solidFill>
                  <a:srgbClr val="000000"/>
                </a:solidFill>
                <a:latin typeface="Arial"/>
                <a:ea typeface="DejaVu Sans"/>
              </a:rPr>
              <a:t>]</a:t>
            </a:r>
            <a:endParaRPr b="0" lang="en-US" sz="1800" spc="-1" strike="noStrike">
              <a:latin typeface="Arial"/>
            </a:endParaRPr>
          </a:p>
        </p:txBody>
      </p:sp>
      <p:sp>
        <p:nvSpPr>
          <p:cNvPr id="1966" name="CustomShape 78"/>
          <p:cNvSpPr/>
          <p:nvPr/>
        </p:nvSpPr>
        <p:spPr>
          <a:xfrm>
            <a:off x="4297680" y="1281240"/>
            <a:ext cx="5669280" cy="821880"/>
          </a:xfrm>
          <a:prstGeom prst="rect">
            <a:avLst/>
          </a:prstGeom>
          <a:noFill/>
          <a:ln>
            <a:noFill/>
          </a:ln>
        </p:spPr>
        <p:style>
          <a:lnRef idx="0"/>
          <a:fillRef idx="0"/>
          <a:effectRef idx="0"/>
          <a:fontRef idx="minor"/>
        </p:style>
        <p:txBody>
          <a:bodyPr lIns="90000" rIns="90000" tIns="45000" bIns="45000">
            <a:noAutofit/>
          </a:bodyPr>
          <a:p>
            <a:r>
              <a:rPr b="0" lang="en-US" sz="1800" spc="-1" strike="noStrike">
                <a:solidFill>
                  <a:srgbClr val="000000"/>
                </a:solidFill>
                <a:latin typeface="Arial"/>
                <a:ea typeface="DejaVu Sans"/>
              </a:rPr>
              <a:t>k1 = “</a:t>
            </a:r>
            <a:r>
              <a:rPr b="0" lang="en-US" sz="1800" spc="-1" strike="noStrike">
                <a:solidFill>
                  <a:srgbClr val="000000"/>
                </a:solidFill>
                <a:latin typeface="Arial"/>
                <a:ea typeface="DejaVu Sans"/>
              </a:rPr>
              <a:t>10001000000000000001000000</a:t>
            </a:r>
            <a:r>
              <a:rPr b="0" lang="en-US" sz="1800" spc="-1" strike="noStrike">
                <a:solidFill>
                  <a:srgbClr val="000000"/>
                </a:solidFill>
                <a:latin typeface="Arial"/>
                <a:ea typeface="DejaVu Sans"/>
              </a:rPr>
              <a:t>”</a:t>
            </a:r>
            <a:endParaRPr b="0" lang="en-US" sz="1800" spc="-1" strike="noStrike">
              <a:latin typeface="Arial"/>
            </a:endParaRPr>
          </a:p>
          <a:p>
            <a:r>
              <a:rPr b="0" lang="en-US" sz="1800" spc="-1" strike="noStrike">
                <a:solidFill>
                  <a:srgbClr val="000000"/>
                </a:solidFill>
                <a:latin typeface="Arial"/>
                <a:ea typeface="DejaVu Sans"/>
              </a:rPr>
              <a:t>K2 = “10000000000001000001000000”</a:t>
            </a:r>
            <a:endParaRPr b="0" lang="en-US" sz="1800" spc="-1" strike="noStrike">
              <a:latin typeface="Arial"/>
            </a:endParaRPr>
          </a:p>
          <a:p>
            <a:r>
              <a:rPr b="0" lang="en-US" sz="1800" spc="-1" strike="noStrike">
                <a:solidFill>
                  <a:srgbClr val="000000"/>
                </a:solidFill>
                <a:latin typeface="Arial"/>
                <a:ea typeface="DejaVu Sans"/>
              </a:rPr>
              <a:t>k3 = “11000000000000000001000000”</a:t>
            </a:r>
            <a:r>
              <a:rPr b="0" lang="en-US" sz="1800" spc="-1" strike="noStrike">
                <a:solidFill>
                  <a:srgbClr val="000000"/>
                </a:solidFill>
                <a:latin typeface="Arial"/>
                <a:ea typeface="DejaVu Sans"/>
              </a:rPr>
              <a:t>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66</TotalTime>
  <Application>LibreOffice/6.4.7.2$Linux_X86_64 LibreOffice_project/40$Build-2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2025-04-25T18:28:57Z</dcterms:created>
  <dc:creator/>
  <dc:description/>
  <dc:language>en-US</dc:language>
  <cp:lastModifiedBy/>
  <dcterms:modified xsi:type="dcterms:W3CDTF">2025-05-15T01:56:24Z</dcterms:modified>
  <cp:revision>12</cp:revision>
  <dc:subject/>
  <dc:title/>
</cp:coreProperties>
</file>