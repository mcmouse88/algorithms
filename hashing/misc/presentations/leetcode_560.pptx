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1.xml.rels" ContentType="application/vnd.openxmlformats-package.relationships+xml"/>
  <Override PartName="/ppt/slides/_rels/slide1.xml.rels" ContentType="application/vnd.openxmlformats-package.relationships+xml"/>
  <Override PartName="/ppt/slides/_rels/slide4.xml.rels" ContentType="application/vnd.openxmlformats-package.relationships+xml"/>
  <Override PartName="/ppt/slides/_rels/slide2.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9.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Lst>
  <p:sldSz cx="10080625" cy="5670550"/>
  <p:notesSz cx="7559675" cy="10691812"/>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3" name="PlaceHolder 2"/>
          <p:cNvSpPr>
            <a:spLocks noGrp="1"/>
          </p:cNvSpPr>
          <p:nvPr>
            <p:ph type="subTitle"/>
          </p:nvPr>
        </p:nvSpPr>
        <p:spPr>
          <a:xfrm>
            <a:off x="504000" y="1326600"/>
            <a:ext cx="9072000" cy="328860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5" name="PlaceHolder 2"/>
          <p:cNvSpPr>
            <a:spLocks noGrp="1"/>
          </p:cNvSpPr>
          <p:nvPr>
            <p:ph type="body"/>
          </p:nvPr>
        </p:nvSpPr>
        <p:spPr>
          <a:xfrm>
            <a:off x="504000" y="1326600"/>
            <a:ext cx="9072000" cy="328860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7" name="PlaceHolder 2"/>
          <p:cNvSpPr>
            <a:spLocks noGrp="1"/>
          </p:cNvSpPr>
          <p:nvPr>
            <p:ph type="body"/>
          </p:nvPr>
        </p:nvSpPr>
        <p:spPr>
          <a:xfrm>
            <a:off x="504000" y="1326600"/>
            <a:ext cx="4426920" cy="328860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5152680" y="1326600"/>
            <a:ext cx="4426920" cy="328860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504000" y="226080"/>
            <a:ext cx="9072000" cy="438840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12" name="PlaceHolder 2"/>
          <p:cNvSpPr>
            <a:spLocks noGrp="1"/>
          </p:cNvSpPr>
          <p:nvPr>
            <p:ph type="body"/>
          </p:nvPr>
        </p:nvSpPr>
        <p:spPr>
          <a:xfrm>
            <a:off x="504000" y="1326600"/>
            <a:ext cx="4426920" cy="156852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5152680" y="1326600"/>
            <a:ext cx="4426920" cy="328860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504000" y="3044520"/>
            <a:ext cx="442692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16" name="PlaceHolder 2"/>
          <p:cNvSpPr>
            <a:spLocks noGrp="1"/>
          </p:cNvSpPr>
          <p:nvPr>
            <p:ph type="body"/>
          </p:nvPr>
        </p:nvSpPr>
        <p:spPr>
          <a:xfrm>
            <a:off x="504000" y="1326600"/>
            <a:ext cx="4426920" cy="328860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5152680" y="1326600"/>
            <a:ext cx="4426920" cy="156852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5152680" y="3044520"/>
            <a:ext cx="442692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20" name="PlaceHolder 2"/>
          <p:cNvSpPr>
            <a:spLocks noGrp="1"/>
          </p:cNvSpPr>
          <p:nvPr>
            <p:ph type="body"/>
          </p:nvPr>
        </p:nvSpPr>
        <p:spPr>
          <a:xfrm>
            <a:off x="504000" y="1326600"/>
            <a:ext cx="4426920" cy="156852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5152680" y="1326600"/>
            <a:ext cx="4426920" cy="156852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504000" y="3044520"/>
            <a:ext cx="907200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24" name="PlaceHolder 2"/>
          <p:cNvSpPr>
            <a:spLocks noGrp="1"/>
          </p:cNvSpPr>
          <p:nvPr>
            <p:ph type="body"/>
          </p:nvPr>
        </p:nvSpPr>
        <p:spPr>
          <a:xfrm>
            <a:off x="504000" y="1326600"/>
            <a:ext cx="9072000" cy="156852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504000" y="3044520"/>
            <a:ext cx="907200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27" name="PlaceHolder 2"/>
          <p:cNvSpPr>
            <a:spLocks noGrp="1"/>
          </p:cNvSpPr>
          <p:nvPr>
            <p:ph type="body"/>
          </p:nvPr>
        </p:nvSpPr>
        <p:spPr>
          <a:xfrm>
            <a:off x="504000" y="1326600"/>
            <a:ext cx="4426920" cy="156852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5152680" y="1326600"/>
            <a:ext cx="4426920" cy="156852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504000" y="3044520"/>
            <a:ext cx="4426920" cy="156852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5152680" y="3044520"/>
            <a:ext cx="442692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32" name="PlaceHolder 2"/>
          <p:cNvSpPr>
            <a:spLocks noGrp="1"/>
          </p:cNvSpPr>
          <p:nvPr>
            <p:ph type="body"/>
          </p:nvPr>
        </p:nvSpPr>
        <p:spPr>
          <a:xfrm>
            <a:off x="504000" y="1326600"/>
            <a:ext cx="2921040" cy="156852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3571560" y="1326600"/>
            <a:ext cx="2921040" cy="156852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6639120" y="1326600"/>
            <a:ext cx="2921040" cy="156852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504000" y="3044520"/>
            <a:ext cx="2921040" cy="156852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3571560" y="3044520"/>
            <a:ext cx="2921040" cy="156852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6639120" y="3044520"/>
            <a:ext cx="292104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0"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41" name="PlaceHolder 2"/>
          <p:cNvSpPr>
            <a:spLocks noGrp="1"/>
          </p:cNvSpPr>
          <p:nvPr>
            <p:ph type="subTitle"/>
          </p:nvPr>
        </p:nvSpPr>
        <p:spPr>
          <a:xfrm>
            <a:off x="504000" y="1326600"/>
            <a:ext cx="9072000" cy="328860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43" name="PlaceHolder 2"/>
          <p:cNvSpPr>
            <a:spLocks noGrp="1"/>
          </p:cNvSpPr>
          <p:nvPr>
            <p:ph type="body"/>
          </p:nvPr>
        </p:nvSpPr>
        <p:spPr>
          <a:xfrm>
            <a:off x="504000" y="1326600"/>
            <a:ext cx="9072000" cy="3288600"/>
          </a:xfrm>
          <a:prstGeom prst="rect">
            <a:avLst/>
          </a:prstGeom>
        </p:spPr>
        <p:txBody>
          <a:bodyPr lIns="0" rIns="0" tIns="0" bIns="0">
            <a:normAutofit/>
          </a:bodyPr>
          <a:p>
            <a:endParaRPr b="0" lang="en-US"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45" name="PlaceHolder 2"/>
          <p:cNvSpPr>
            <a:spLocks noGrp="1"/>
          </p:cNvSpPr>
          <p:nvPr>
            <p:ph type="body"/>
          </p:nvPr>
        </p:nvSpPr>
        <p:spPr>
          <a:xfrm>
            <a:off x="504000" y="1326600"/>
            <a:ext cx="4426920" cy="3288600"/>
          </a:xfrm>
          <a:prstGeom prst="rect">
            <a:avLst/>
          </a:prstGeom>
        </p:spPr>
        <p:txBody>
          <a:bodyPr lIns="0" rIns="0" tIns="0" bIns="0">
            <a:normAutofit/>
          </a:bodyPr>
          <a:p>
            <a:endParaRPr b="0" lang="en-US" sz="3200" spc="-1" strike="noStrike">
              <a:latin typeface="Arial"/>
            </a:endParaRPr>
          </a:p>
        </p:txBody>
      </p:sp>
      <p:sp>
        <p:nvSpPr>
          <p:cNvPr id="46" name="PlaceHolder 3"/>
          <p:cNvSpPr>
            <a:spLocks noGrp="1"/>
          </p:cNvSpPr>
          <p:nvPr>
            <p:ph type="body"/>
          </p:nvPr>
        </p:nvSpPr>
        <p:spPr>
          <a:xfrm>
            <a:off x="5152680" y="1326600"/>
            <a:ext cx="4426920" cy="3288600"/>
          </a:xfrm>
          <a:prstGeom prst="rect">
            <a:avLst/>
          </a:prstGeom>
        </p:spPr>
        <p:txBody>
          <a:bodyPr lIns="0" rIns="0" tIns="0" bIns="0">
            <a:normAutofit/>
          </a:bodyPr>
          <a:p>
            <a:endParaRPr b="0" lang="en-US"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7"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8" name="PlaceHolder 1"/>
          <p:cNvSpPr>
            <a:spLocks noGrp="1"/>
          </p:cNvSpPr>
          <p:nvPr>
            <p:ph type="subTitle"/>
          </p:nvPr>
        </p:nvSpPr>
        <p:spPr>
          <a:xfrm>
            <a:off x="504000" y="226080"/>
            <a:ext cx="9072000" cy="438840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50" name="PlaceHolder 2"/>
          <p:cNvSpPr>
            <a:spLocks noGrp="1"/>
          </p:cNvSpPr>
          <p:nvPr>
            <p:ph type="body"/>
          </p:nvPr>
        </p:nvSpPr>
        <p:spPr>
          <a:xfrm>
            <a:off x="504000" y="1326600"/>
            <a:ext cx="4426920" cy="1568520"/>
          </a:xfrm>
          <a:prstGeom prst="rect">
            <a:avLst/>
          </a:prstGeom>
        </p:spPr>
        <p:txBody>
          <a:bodyPr lIns="0" rIns="0" tIns="0" bIns="0">
            <a:normAutofit/>
          </a:bodyPr>
          <a:p>
            <a:endParaRPr b="0" lang="en-US" sz="3200" spc="-1" strike="noStrike">
              <a:latin typeface="Arial"/>
            </a:endParaRPr>
          </a:p>
        </p:txBody>
      </p:sp>
      <p:sp>
        <p:nvSpPr>
          <p:cNvPr id="51" name="PlaceHolder 3"/>
          <p:cNvSpPr>
            <a:spLocks noGrp="1"/>
          </p:cNvSpPr>
          <p:nvPr>
            <p:ph type="body"/>
          </p:nvPr>
        </p:nvSpPr>
        <p:spPr>
          <a:xfrm>
            <a:off x="5152680" y="1326600"/>
            <a:ext cx="4426920" cy="3288600"/>
          </a:xfrm>
          <a:prstGeom prst="rect">
            <a:avLst/>
          </a:prstGeom>
        </p:spPr>
        <p:txBody>
          <a:bodyPr lIns="0" rIns="0" tIns="0" bIns="0">
            <a:normAutofit/>
          </a:bodyPr>
          <a:p>
            <a:endParaRPr b="0" lang="en-US" sz="3200" spc="-1" strike="noStrike">
              <a:latin typeface="Arial"/>
            </a:endParaRPr>
          </a:p>
        </p:txBody>
      </p:sp>
      <p:sp>
        <p:nvSpPr>
          <p:cNvPr id="52" name="PlaceHolder 4"/>
          <p:cNvSpPr>
            <a:spLocks noGrp="1"/>
          </p:cNvSpPr>
          <p:nvPr>
            <p:ph type="body"/>
          </p:nvPr>
        </p:nvSpPr>
        <p:spPr>
          <a:xfrm>
            <a:off x="504000" y="3044520"/>
            <a:ext cx="442692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3"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54" name="PlaceHolder 2"/>
          <p:cNvSpPr>
            <a:spLocks noGrp="1"/>
          </p:cNvSpPr>
          <p:nvPr>
            <p:ph type="body"/>
          </p:nvPr>
        </p:nvSpPr>
        <p:spPr>
          <a:xfrm>
            <a:off x="504000" y="1326600"/>
            <a:ext cx="4426920" cy="3288600"/>
          </a:xfrm>
          <a:prstGeom prst="rect">
            <a:avLst/>
          </a:prstGeom>
        </p:spPr>
        <p:txBody>
          <a:bodyPr lIns="0" rIns="0" tIns="0" bIns="0">
            <a:normAutofit/>
          </a:bodyPr>
          <a:p>
            <a:endParaRPr b="0" lang="en-US" sz="3200" spc="-1" strike="noStrike">
              <a:latin typeface="Arial"/>
            </a:endParaRPr>
          </a:p>
        </p:txBody>
      </p:sp>
      <p:sp>
        <p:nvSpPr>
          <p:cNvPr id="55" name="PlaceHolder 3"/>
          <p:cNvSpPr>
            <a:spLocks noGrp="1"/>
          </p:cNvSpPr>
          <p:nvPr>
            <p:ph type="body"/>
          </p:nvPr>
        </p:nvSpPr>
        <p:spPr>
          <a:xfrm>
            <a:off x="5152680" y="1326600"/>
            <a:ext cx="4426920" cy="1568520"/>
          </a:xfrm>
          <a:prstGeom prst="rect">
            <a:avLst/>
          </a:prstGeom>
        </p:spPr>
        <p:txBody>
          <a:bodyPr lIns="0" rIns="0" tIns="0" bIns="0">
            <a:normAutofit/>
          </a:bodyPr>
          <a:p>
            <a:endParaRPr b="0" lang="en-US" sz="3200" spc="-1" strike="noStrike">
              <a:latin typeface="Arial"/>
            </a:endParaRPr>
          </a:p>
        </p:txBody>
      </p:sp>
      <p:sp>
        <p:nvSpPr>
          <p:cNvPr id="56" name="PlaceHolder 4"/>
          <p:cNvSpPr>
            <a:spLocks noGrp="1"/>
          </p:cNvSpPr>
          <p:nvPr>
            <p:ph type="body"/>
          </p:nvPr>
        </p:nvSpPr>
        <p:spPr>
          <a:xfrm>
            <a:off x="5152680" y="3044520"/>
            <a:ext cx="442692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58" name="PlaceHolder 2"/>
          <p:cNvSpPr>
            <a:spLocks noGrp="1"/>
          </p:cNvSpPr>
          <p:nvPr>
            <p:ph type="body"/>
          </p:nvPr>
        </p:nvSpPr>
        <p:spPr>
          <a:xfrm>
            <a:off x="504000" y="1326600"/>
            <a:ext cx="4426920" cy="1568520"/>
          </a:xfrm>
          <a:prstGeom prst="rect">
            <a:avLst/>
          </a:prstGeom>
        </p:spPr>
        <p:txBody>
          <a:bodyPr lIns="0" rIns="0" tIns="0" bIns="0">
            <a:normAutofit/>
          </a:bodyPr>
          <a:p>
            <a:endParaRPr b="0" lang="en-US" sz="3200" spc="-1" strike="noStrike">
              <a:latin typeface="Arial"/>
            </a:endParaRPr>
          </a:p>
        </p:txBody>
      </p:sp>
      <p:sp>
        <p:nvSpPr>
          <p:cNvPr id="59" name="PlaceHolder 3"/>
          <p:cNvSpPr>
            <a:spLocks noGrp="1"/>
          </p:cNvSpPr>
          <p:nvPr>
            <p:ph type="body"/>
          </p:nvPr>
        </p:nvSpPr>
        <p:spPr>
          <a:xfrm>
            <a:off x="5152680" y="1326600"/>
            <a:ext cx="4426920" cy="1568520"/>
          </a:xfrm>
          <a:prstGeom prst="rect">
            <a:avLst/>
          </a:prstGeom>
        </p:spPr>
        <p:txBody>
          <a:bodyPr lIns="0" rIns="0" tIns="0" bIns="0">
            <a:normAutofit/>
          </a:bodyPr>
          <a:p>
            <a:endParaRPr b="0" lang="en-US" sz="3200" spc="-1" strike="noStrike">
              <a:latin typeface="Arial"/>
            </a:endParaRPr>
          </a:p>
        </p:txBody>
      </p:sp>
      <p:sp>
        <p:nvSpPr>
          <p:cNvPr id="60" name="PlaceHolder 4"/>
          <p:cNvSpPr>
            <a:spLocks noGrp="1"/>
          </p:cNvSpPr>
          <p:nvPr>
            <p:ph type="body"/>
          </p:nvPr>
        </p:nvSpPr>
        <p:spPr>
          <a:xfrm>
            <a:off x="504000" y="3044520"/>
            <a:ext cx="907200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62" name="PlaceHolder 2"/>
          <p:cNvSpPr>
            <a:spLocks noGrp="1"/>
          </p:cNvSpPr>
          <p:nvPr>
            <p:ph type="body"/>
          </p:nvPr>
        </p:nvSpPr>
        <p:spPr>
          <a:xfrm>
            <a:off x="504000" y="1326600"/>
            <a:ext cx="9072000" cy="1568520"/>
          </a:xfrm>
          <a:prstGeom prst="rect">
            <a:avLst/>
          </a:prstGeom>
        </p:spPr>
        <p:txBody>
          <a:bodyPr lIns="0" rIns="0" tIns="0" bIns="0">
            <a:normAutofit/>
          </a:bodyPr>
          <a:p>
            <a:endParaRPr b="0" lang="en-US" sz="3200" spc="-1" strike="noStrike">
              <a:latin typeface="Arial"/>
            </a:endParaRPr>
          </a:p>
        </p:txBody>
      </p:sp>
      <p:sp>
        <p:nvSpPr>
          <p:cNvPr id="63" name="PlaceHolder 3"/>
          <p:cNvSpPr>
            <a:spLocks noGrp="1"/>
          </p:cNvSpPr>
          <p:nvPr>
            <p:ph type="body"/>
          </p:nvPr>
        </p:nvSpPr>
        <p:spPr>
          <a:xfrm>
            <a:off x="504000" y="3044520"/>
            <a:ext cx="907200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65" name="PlaceHolder 2"/>
          <p:cNvSpPr>
            <a:spLocks noGrp="1"/>
          </p:cNvSpPr>
          <p:nvPr>
            <p:ph type="body"/>
          </p:nvPr>
        </p:nvSpPr>
        <p:spPr>
          <a:xfrm>
            <a:off x="504000" y="1326600"/>
            <a:ext cx="4426920" cy="1568520"/>
          </a:xfrm>
          <a:prstGeom prst="rect">
            <a:avLst/>
          </a:prstGeom>
        </p:spPr>
        <p:txBody>
          <a:bodyPr lIns="0" rIns="0" tIns="0" bIns="0">
            <a:normAutofit/>
          </a:bodyPr>
          <a:p>
            <a:endParaRPr b="0" lang="en-US" sz="3200" spc="-1" strike="noStrike">
              <a:latin typeface="Arial"/>
            </a:endParaRPr>
          </a:p>
        </p:txBody>
      </p:sp>
      <p:sp>
        <p:nvSpPr>
          <p:cNvPr id="66" name="PlaceHolder 3"/>
          <p:cNvSpPr>
            <a:spLocks noGrp="1"/>
          </p:cNvSpPr>
          <p:nvPr>
            <p:ph type="body"/>
          </p:nvPr>
        </p:nvSpPr>
        <p:spPr>
          <a:xfrm>
            <a:off x="5152680" y="1326600"/>
            <a:ext cx="4426920" cy="1568520"/>
          </a:xfrm>
          <a:prstGeom prst="rect">
            <a:avLst/>
          </a:prstGeom>
        </p:spPr>
        <p:txBody>
          <a:bodyPr lIns="0" rIns="0" tIns="0" bIns="0">
            <a:normAutofit/>
          </a:bodyPr>
          <a:p>
            <a:endParaRPr b="0" lang="en-US" sz="3200" spc="-1" strike="noStrike">
              <a:latin typeface="Arial"/>
            </a:endParaRPr>
          </a:p>
        </p:txBody>
      </p:sp>
      <p:sp>
        <p:nvSpPr>
          <p:cNvPr id="67" name="PlaceHolder 4"/>
          <p:cNvSpPr>
            <a:spLocks noGrp="1"/>
          </p:cNvSpPr>
          <p:nvPr>
            <p:ph type="body"/>
          </p:nvPr>
        </p:nvSpPr>
        <p:spPr>
          <a:xfrm>
            <a:off x="504000" y="3044520"/>
            <a:ext cx="4426920" cy="1568520"/>
          </a:xfrm>
          <a:prstGeom prst="rect">
            <a:avLst/>
          </a:prstGeom>
        </p:spPr>
        <p:txBody>
          <a:bodyPr lIns="0" rIns="0" tIns="0" bIns="0">
            <a:normAutofit/>
          </a:bodyPr>
          <a:p>
            <a:endParaRPr b="0" lang="en-US" sz="3200" spc="-1" strike="noStrike">
              <a:latin typeface="Arial"/>
            </a:endParaRPr>
          </a:p>
        </p:txBody>
      </p:sp>
      <p:sp>
        <p:nvSpPr>
          <p:cNvPr id="68" name="PlaceHolder 5"/>
          <p:cNvSpPr>
            <a:spLocks noGrp="1"/>
          </p:cNvSpPr>
          <p:nvPr>
            <p:ph type="body"/>
          </p:nvPr>
        </p:nvSpPr>
        <p:spPr>
          <a:xfrm>
            <a:off x="5152680" y="3044520"/>
            <a:ext cx="4426920" cy="1568520"/>
          </a:xfrm>
          <a:prstGeom prst="rect">
            <a:avLst/>
          </a:prstGeom>
        </p:spPr>
        <p:txBody>
          <a:bodyPr lIns="0" rIns="0" tIns="0" bIns="0">
            <a:normAutofit/>
          </a:bodyPr>
          <a:p>
            <a:endParaRPr b="0" lang="en-US"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504000" y="226080"/>
            <a:ext cx="9072000" cy="946440"/>
          </a:xfrm>
          <a:prstGeom prst="rect">
            <a:avLst/>
          </a:prstGeom>
        </p:spPr>
        <p:txBody>
          <a:bodyPr lIns="0" rIns="0" tIns="0" bIns="0" anchor="ctr">
            <a:noAutofit/>
          </a:bodyPr>
          <a:p>
            <a:pPr algn="ctr"/>
            <a:endParaRPr b="0" lang="en-US" sz="4400" spc="-1" strike="noStrike">
              <a:latin typeface="Arial"/>
            </a:endParaRPr>
          </a:p>
        </p:txBody>
      </p:sp>
      <p:sp>
        <p:nvSpPr>
          <p:cNvPr id="70" name="PlaceHolder 2"/>
          <p:cNvSpPr>
            <a:spLocks noGrp="1"/>
          </p:cNvSpPr>
          <p:nvPr>
            <p:ph type="body"/>
          </p:nvPr>
        </p:nvSpPr>
        <p:spPr>
          <a:xfrm>
            <a:off x="504000" y="1326600"/>
            <a:ext cx="2921040" cy="1568520"/>
          </a:xfrm>
          <a:prstGeom prst="rect">
            <a:avLst/>
          </a:prstGeom>
        </p:spPr>
        <p:txBody>
          <a:bodyPr lIns="0" rIns="0" tIns="0" bIns="0">
            <a:normAutofit/>
          </a:bodyPr>
          <a:p>
            <a:endParaRPr b="0" lang="en-US" sz="3200" spc="-1" strike="noStrike">
              <a:latin typeface="Arial"/>
            </a:endParaRPr>
          </a:p>
        </p:txBody>
      </p:sp>
      <p:sp>
        <p:nvSpPr>
          <p:cNvPr id="71" name="PlaceHolder 3"/>
          <p:cNvSpPr>
            <a:spLocks noGrp="1"/>
          </p:cNvSpPr>
          <p:nvPr>
            <p:ph type="body"/>
          </p:nvPr>
        </p:nvSpPr>
        <p:spPr>
          <a:xfrm>
            <a:off x="3571560" y="1326600"/>
            <a:ext cx="2921040" cy="1568520"/>
          </a:xfrm>
          <a:prstGeom prst="rect">
            <a:avLst/>
          </a:prstGeom>
        </p:spPr>
        <p:txBody>
          <a:bodyPr lIns="0" rIns="0" tIns="0" bIns="0">
            <a:normAutofit/>
          </a:bodyPr>
          <a:p>
            <a:endParaRPr b="0" lang="en-US" sz="3200" spc="-1" strike="noStrike">
              <a:latin typeface="Arial"/>
            </a:endParaRPr>
          </a:p>
        </p:txBody>
      </p:sp>
      <p:sp>
        <p:nvSpPr>
          <p:cNvPr id="72" name="PlaceHolder 4"/>
          <p:cNvSpPr>
            <a:spLocks noGrp="1"/>
          </p:cNvSpPr>
          <p:nvPr>
            <p:ph type="body"/>
          </p:nvPr>
        </p:nvSpPr>
        <p:spPr>
          <a:xfrm>
            <a:off x="6639120" y="1326600"/>
            <a:ext cx="2921040" cy="1568520"/>
          </a:xfrm>
          <a:prstGeom prst="rect">
            <a:avLst/>
          </a:prstGeom>
        </p:spPr>
        <p:txBody>
          <a:bodyPr lIns="0" rIns="0" tIns="0" bIns="0">
            <a:normAutofit/>
          </a:bodyPr>
          <a:p>
            <a:endParaRPr b="0" lang="en-US" sz="3200" spc="-1" strike="noStrike">
              <a:latin typeface="Arial"/>
            </a:endParaRPr>
          </a:p>
        </p:txBody>
      </p:sp>
      <p:sp>
        <p:nvSpPr>
          <p:cNvPr id="73" name="PlaceHolder 5"/>
          <p:cNvSpPr>
            <a:spLocks noGrp="1"/>
          </p:cNvSpPr>
          <p:nvPr>
            <p:ph type="body"/>
          </p:nvPr>
        </p:nvSpPr>
        <p:spPr>
          <a:xfrm>
            <a:off x="504000" y="3044520"/>
            <a:ext cx="2921040" cy="1568520"/>
          </a:xfrm>
          <a:prstGeom prst="rect">
            <a:avLst/>
          </a:prstGeom>
        </p:spPr>
        <p:txBody>
          <a:bodyPr lIns="0" rIns="0" tIns="0" bIns="0">
            <a:normAutofit/>
          </a:bodyPr>
          <a:p>
            <a:endParaRPr b="0" lang="en-US" sz="3200" spc="-1" strike="noStrike">
              <a:latin typeface="Arial"/>
            </a:endParaRPr>
          </a:p>
        </p:txBody>
      </p:sp>
      <p:sp>
        <p:nvSpPr>
          <p:cNvPr id="74" name="PlaceHolder 6"/>
          <p:cNvSpPr>
            <a:spLocks noGrp="1"/>
          </p:cNvSpPr>
          <p:nvPr>
            <p:ph type="body"/>
          </p:nvPr>
        </p:nvSpPr>
        <p:spPr>
          <a:xfrm>
            <a:off x="3571560" y="3044520"/>
            <a:ext cx="2921040" cy="1568520"/>
          </a:xfrm>
          <a:prstGeom prst="rect">
            <a:avLst/>
          </a:prstGeom>
        </p:spPr>
        <p:txBody>
          <a:bodyPr lIns="0" rIns="0" tIns="0" bIns="0">
            <a:normAutofit/>
          </a:bodyPr>
          <a:p>
            <a:endParaRPr b="0" lang="en-US" sz="3200" spc="-1" strike="noStrike">
              <a:latin typeface="Arial"/>
            </a:endParaRPr>
          </a:p>
        </p:txBody>
      </p:sp>
      <p:sp>
        <p:nvSpPr>
          <p:cNvPr id="75" name="PlaceHolder 7"/>
          <p:cNvSpPr>
            <a:spLocks noGrp="1"/>
          </p:cNvSpPr>
          <p:nvPr>
            <p:ph type="body"/>
          </p:nvPr>
        </p:nvSpPr>
        <p:spPr>
          <a:xfrm>
            <a:off x="6639120" y="3044520"/>
            <a:ext cx="2921040" cy="156852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PlaceHolder 1"/>
          <p:cNvSpPr>
            <a:spLocks noGrp="1"/>
          </p:cNvSpPr>
          <p:nvPr>
            <p:ph type="title"/>
          </p:nvPr>
        </p:nvSpPr>
        <p:spPr>
          <a:xfrm>
            <a:off x="504000" y="226080"/>
            <a:ext cx="9072000" cy="94644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504000" y="1326600"/>
            <a:ext cx="9072000" cy="328860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title"/>
          </p:nvPr>
        </p:nvSpPr>
        <p:spPr>
          <a:xfrm>
            <a:off x="504000" y="226080"/>
            <a:ext cx="9072000" cy="94644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39" name="PlaceHolder 2"/>
          <p:cNvSpPr>
            <a:spLocks noGrp="1"/>
          </p:cNvSpPr>
          <p:nvPr>
            <p:ph type="body"/>
          </p:nvPr>
        </p:nvSpPr>
        <p:spPr>
          <a:xfrm>
            <a:off x="504000" y="1326600"/>
            <a:ext cx="9072000" cy="328860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4400" spc="-1" strike="noStrike">
                <a:solidFill>
                  <a:srgbClr val="000000"/>
                </a:solidFill>
                <a:latin typeface="Arial"/>
                <a:ea typeface="DejaVu Sans"/>
              </a:rPr>
              <a:t>LeetCode #560</a:t>
            </a:r>
            <a:endParaRPr b="0" lang="en-US" sz="4400" spc="-1" strike="noStrike">
              <a:latin typeface="Arial"/>
            </a:endParaRPr>
          </a:p>
        </p:txBody>
      </p:sp>
      <p:sp>
        <p:nvSpPr>
          <p:cNvPr id="77" name="CustomShape 2"/>
          <p:cNvSpPr/>
          <p:nvPr/>
        </p:nvSpPr>
        <p:spPr>
          <a:xfrm>
            <a:off x="504000" y="1326600"/>
            <a:ext cx="9069480" cy="32860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4800" spc="-1" strike="noStrike">
                <a:solidFill>
                  <a:srgbClr val="000000"/>
                </a:solidFill>
                <a:latin typeface="Arial"/>
                <a:ea typeface="JetBrains Mono"/>
              </a:rPr>
              <a:t>Subarray Sum Equals K</a:t>
            </a:r>
            <a:endParaRPr b="0" lang="en-US" sz="4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CustomShape 1"/>
          <p:cNvSpPr/>
          <p:nvPr/>
        </p:nvSpPr>
        <p:spPr>
          <a:xfrm>
            <a:off x="529560" y="427320"/>
            <a:ext cx="9069480" cy="4870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600" spc="-1" strike="noStrike">
                <a:solidFill>
                  <a:srgbClr val="000000"/>
                </a:solidFill>
                <a:latin typeface="Arial"/>
                <a:ea typeface="DejaVu Sans"/>
              </a:rPr>
              <a:t>Prefix sum stored in a hash table</a:t>
            </a:r>
            <a:endParaRPr b="0" lang="en-US" sz="3600" spc="-1" strike="noStrike">
              <a:latin typeface="Arial"/>
            </a:endParaRPr>
          </a:p>
        </p:txBody>
      </p:sp>
      <p:sp>
        <p:nvSpPr>
          <p:cNvPr id="79" name="CustomShape 2"/>
          <p:cNvSpPr/>
          <p:nvPr/>
        </p:nvSpPr>
        <p:spPr>
          <a:xfrm>
            <a:off x="185040" y="1097280"/>
            <a:ext cx="9690480" cy="43891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600" spc="-1" strike="noStrike">
                <a:solidFill>
                  <a:srgbClr val="000000"/>
                </a:solidFill>
                <a:latin typeface="Arial"/>
                <a:ea typeface="DejaVu Sans"/>
              </a:rPr>
              <a:t>The first idea to solve this problem is a brute force approach. To achieve this we need to check every subarray in the input array using a loop and an inner loop that starts from i + 1 index. However, considering that the input array might have a size of up to 2 * 104. This give us Time Limit Exceeded(TLE) as the result since the total number of operation exceed 10</a:t>
            </a:r>
            <a:r>
              <a:rPr b="0" lang="en-US" sz="1600" spc="-1" strike="noStrike" baseline="33000">
                <a:solidFill>
                  <a:srgbClr val="000000"/>
                </a:solidFill>
                <a:latin typeface="Arial"/>
                <a:ea typeface="DejaVu Sans"/>
              </a:rPr>
              <a:t>8</a:t>
            </a:r>
            <a:r>
              <a:rPr b="0" lang="en-US" sz="1600" spc="-1" strike="noStrike">
                <a:solidFill>
                  <a:srgbClr val="000000"/>
                </a:solidFill>
                <a:latin typeface="Arial"/>
                <a:ea typeface="DejaVu Sans"/>
              </a:rPr>
              <a:t>. The next idea is to use a sliding window approach. But since the values in the array might be negative, it could lead to incorrect results. This is because sliding windows don’t guarantee that the sum will always increase or decrease consistently, which makes them unsuitable for this problem. However, we can optimize the brute force solution and reduce the time complexity from O(n</a:t>
            </a:r>
            <a:r>
              <a:rPr b="0" lang="en-US" sz="1600" spc="-1" strike="noStrike" baseline="33000">
                <a:solidFill>
                  <a:srgbClr val="000000"/>
                </a:solidFill>
                <a:latin typeface="Arial"/>
                <a:ea typeface="DejaVu Sans"/>
              </a:rPr>
              <a:t>2</a:t>
            </a:r>
            <a:r>
              <a:rPr b="0" lang="en-US" sz="1600" spc="-1" strike="noStrike">
                <a:solidFill>
                  <a:srgbClr val="000000"/>
                </a:solidFill>
                <a:latin typeface="Arial"/>
                <a:ea typeface="DejaVu Sans"/>
              </a:rPr>
              <a:t>) to O(n) by using a hash map. The hash map will store the prefix sums as keys and the count of occurrences of each prefix sum as values. We start by adding an empty prefix to the hash map. This is important because the empty prefix has a sum of zero and if the sum of some of the first elements equals k, we would miss this subarray if we don’t handle this base case. Then we iterate through the input array and accumulate sum of each element to a local variable. On each iteration we check whether sum – k exists in the hash map. If it does, we add the associated with sum – k to the result, since it indicates how many times a subarray sum has occurred up to that point. Also, on each iteration we increment the count of the current sum in the hash map. After the iteration, we return the result.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81" name="CustomShape 2"/>
          <p:cNvSpPr/>
          <p:nvPr/>
        </p:nvSpPr>
        <p:spPr>
          <a:xfrm>
            <a:off x="274320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82" name="CustomShape 3"/>
          <p:cNvSpPr/>
          <p:nvPr/>
        </p:nvSpPr>
        <p:spPr>
          <a:xfrm>
            <a:off x="21945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83" name="CustomShape 4"/>
          <p:cNvSpPr/>
          <p:nvPr/>
        </p:nvSpPr>
        <p:spPr>
          <a:xfrm>
            <a:off x="329184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84" name="CustomShape 5"/>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nums</a:t>
            </a:r>
            <a:endParaRPr b="0" lang="en-US" sz="1800" spc="-1" strike="noStrike">
              <a:latin typeface="Arial"/>
            </a:endParaRPr>
          </a:p>
        </p:txBody>
      </p:sp>
      <p:sp>
        <p:nvSpPr>
          <p:cNvPr id="85" name="CustomShape 6"/>
          <p:cNvSpPr/>
          <p:nvPr/>
        </p:nvSpPr>
        <p:spPr>
          <a:xfrm>
            <a:off x="1645920" y="2455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key</a:t>
            </a:r>
            <a:endParaRPr b="0" lang="en-US" sz="1800" spc="-1" strike="noStrike">
              <a:latin typeface="Arial"/>
            </a:endParaRPr>
          </a:p>
        </p:txBody>
      </p:sp>
      <p:sp>
        <p:nvSpPr>
          <p:cNvPr id="86" name="CustomShape 7"/>
          <p:cNvSpPr/>
          <p:nvPr/>
        </p:nvSpPr>
        <p:spPr>
          <a:xfrm>
            <a:off x="2742120" y="2455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value</a:t>
            </a:r>
            <a:endParaRPr b="0" lang="en-US" sz="1800" spc="-1" strike="noStrike">
              <a:latin typeface="Arial"/>
            </a:endParaRPr>
          </a:p>
        </p:txBody>
      </p:sp>
      <p:sp>
        <p:nvSpPr>
          <p:cNvPr id="87" name="CustomShape 8"/>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88" name="Line 9"/>
          <p:cNvSpPr/>
          <p:nvPr/>
        </p:nvSpPr>
        <p:spPr>
          <a:xfrm>
            <a:off x="1950480" y="1220760"/>
            <a:ext cx="0" cy="320040"/>
          </a:xfrm>
          <a:prstGeom prst="line">
            <a:avLst/>
          </a:prstGeom>
          <a:ln>
            <a:solidFill>
              <a:srgbClr val="000000"/>
            </a:solidFill>
            <a:tailEnd len="med" type="triangle" w="med"/>
          </a:ln>
        </p:spPr>
        <p:style>
          <a:lnRef idx="0"/>
          <a:fillRef idx="0"/>
          <a:effectRef idx="0"/>
          <a:fontRef idx="minor"/>
        </p:style>
      </p:sp>
      <p:sp>
        <p:nvSpPr>
          <p:cNvPr id="89" name="CustomShape 10"/>
          <p:cNvSpPr/>
          <p:nvPr/>
        </p:nvSpPr>
        <p:spPr>
          <a:xfrm>
            <a:off x="3839400" y="1541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90" name="CustomShape 11"/>
          <p:cNvSpPr/>
          <p:nvPr/>
        </p:nvSpPr>
        <p:spPr>
          <a:xfrm>
            <a:off x="43869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91" name="CustomShape 12"/>
          <p:cNvSpPr/>
          <p:nvPr/>
        </p:nvSpPr>
        <p:spPr>
          <a:xfrm>
            <a:off x="539532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92" name="CustomShape 13"/>
          <p:cNvSpPr/>
          <p:nvPr/>
        </p:nvSpPr>
        <p:spPr>
          <a:xfrm>
            <a:off x="1647000" y="3004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93" name="CustomShape 14"/>
          <p:cNvSpPr/>
          <p:nvPr/>
        </p:nvSpPr>
        <p:spPr>
          <a:xfrm>
            <a:off x="2743200" y="3004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94" name="CustomShape 15"/>
          <p:cNvSpPr/>
          <p:nvPr/>
        </p:nvSpPr>
        <p:spPr>
          <a:xfrm>
            <a:off x="1645920" y="3552480"/>
            <a:ext cx="1096200" cy="546480"/>
          </a:xfrm>
          <a:prstGeom prst="rect">
            <a:avLst/>
          </a:prstGeom>
          <a:solidFill>
            <a:srgbClr val="ffffff"/>
          </a:solidFill>
          <a:ln>
            <a:solidFill>
              <a:srgbClr val="000000"/>
            </a:solidFill>
          </a:ln>
        </p:spPr>
        <p:style>
          <a:lnRef idx="0"/>
          <a:fillRef idx="0"/>
          <a:effectRef idx="0"/>
          <a:fontRef idx="minor"/>
        </p:style>
      </p:sp>
      <p:sp>
        <p:nvSpPr>
          <p:cNvPr id="95" name="CustomShape 16"/>
          <p:cNvSpPr/>
          <p:nvPr/>
        </p:nvSpPr>
        <p:spPr>
          <a:xfrm>
            <a:off x="2742120" y="3552480"/>
            <a:ext cx="1096200" cy="546480"/>
          </a:xfrm>
          <a:prstGeom prst="rect">
            <a:avLst/>
          </a:prstGeom>
          <a:solidFill>
            <a:srgbClr val="ffffff"/>
          </a:solidFill>
          <a:ln>
            <a:solidFill>
              <a:srgbClr val="000000"/>
            </a:solidFill>
          </a:ln>
        </p:spPr>
        <p:style>
          <a:lnRef idx="0"/>
          <a:fillRef idx="0"/>
          <a:effectRef idx="0"/>
          <a:fontRef idx="minor"/>
        </p:style>
      </p:sp>
      <p:sp>
        <p:nvSpPr>
          <p:cNvPr id="96" name="CustomShape 17"/>
          <p:cNvSpPr/>
          <p:nvPr/>
        </p:nvSpPr>
        <p:spPr>
          <a:xfrm>
            <a:off x="1645920" y="4102200"/>
            <a:ext cx="1096200" cy="546480"/>
          </a:xfrm>
          <a:prstGeom prst="rect">
            <a:avLst/>
          </a:prstGeom>
          <a:solidFill>
            <a:srgbClr val="ffffff"/>
          </a:solidFill>
          <a:ln>
            <a:solidFill>
              <a:srgbClr val="000000"/>
            </a:solidFill>
          </a:ln>
        </p:spPr>
        <p:style>
          <a:lnRef idx="0"/>
          <a:fillRef idx="0"/>
          <a:effectRef idx="0"/>
          <a:fontRef idx="minor"/>
        </p:style>
      </p:sp>
      <p:sp>
        <p:nvSpPr>
          <p:cNvPr id="97" name="CustomShape 18"/>
          <p:cNvSpPr/>
          <p:nvPr/>
        </p:nvSpPr>
        <p:spPr>
          <a:xfrm>
            <a:off x="2742120" y="4102200"/>
            <a:ext cx="1096200" cy="546480"/>
          </a:xfrm>
          <a:prstGeom prst="rect">
            <a:avLst/>
          </a:prstGeom>
          <a:solidFill>
            <a:srgbClr val="ffffff"/>
          </a:solidFill>
          <a:ln>
            <a:solidFill>
              <a:srgbClr val="000000"/>
            </a:solidFill>
          </a:ln>
        </p:spPr>
        <p:style>
          <a:lnRef idx="0"/>
          <a:fillRef idx="0"/>
          <a:effectRef idx="0"/>
          <a:fontRef idx="minor"/>
        </p:style>
      </p:sp>
      <p:sp>
        <p:nvSpPr>
          <p:cNvPr id="98" name="CustomShape 19"/>
          <p:cNvSpPr/>
          <p:nvPr/>
        </p:nvSpPr>
        <p:spPr>
          <a:xfrm>
            <a:off x="327240" y="4924080"/>
            <a:ext cx="3512160" cy="46980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freq[nums[i]] += 1 = freq[1] = 1</a:t>
            </a:r>
            <a:endParaRPr b="0" lang="en-US" sz="1800" spc="-1" strike="noStrike">
              <a:latin typeface="Arial"/>
            </a:endParaRPr>
          </a:p>
        </p:txBody>
      </p:sp>
      <p:sp>
        <p:nvSpPr>
          <p:cNvPr id="99" name="CustomShape 20"/>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Counting</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01" name="CustomShape 2"/>
          <p:cNvSpPr/>
          <p:nvPr/>
        </p:nvSpPr>
        <p:spPr>
          <a:xfrm>
            <a:off x="274320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02" name="CustomShape 3"/>
          <p:cNvSpPr/>
          <p:nvPr/>
        </p:nvSpPr>
        <p:spPr>
          <a:xfrm>
            <a:off x="21945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03" name="CustomShape 4"/>
          <p:cNvSpPr/>
          <p:nvPr/>
        </p:nvSpPr>
        <p:spPr>
          <a:xfrm>
            <a:off x="329184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04" name="CustomShape 5"/>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nums</a:t>
            </a:r>
            <a:endParaRPr b="0" lang="en-US" sz="1800" spc="-1" strike="noStrike">
              <a:latin typeface="Arial"/>
            </a:endParaRPr>
          </a:p>
        </p:txBody>
      </p:sp>
      <p:sp>
        <p:nvSpPr>
          <p:cNvPr id="105" name="CustomShape 6"/>
          <p:cNvSpPr/>
          <p:nvPr/>
        </p:nvSpPr>
        <p:spPr>
          <a:xfrm>
            <a:off x="1645920" y="2455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key</a:t>
            </a:r>
            <a:endParaRPr b="0" lang="en-US" sz="1800" spc="-1" strike="noStrike">
              <a:latin typeface="Arial"/>
            </a:endParaRPr>
          </a:p>
        </p:txBody>
      </p:sp>
      <p:sp>
        <p:nvSpPr>
          <p:cNvPr id="106" name="CustomShape 7"/>
          <p:cNvSpPr/>
          <p:nvPr/>
        </p:nvSpPr>
        <p:spPr>
          <a:xfrm>
            <a:off x="2742120" y="2455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value</a:t>
            </a:r>
            <a:endParaRPr b="0" lang="en-US" sz="1800" spc="-1" strike="noStrike">
              <a:latin typeface="Arial"/>
            </a:endParaRPr>
          </a:p>
        </p:txBody>
      </p:sp>
      <p:sp>
        <p:nvSpPr>
          <p:cNvPr id="107" name="CustomShape 8"/>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108" name="Line 9"/>
          <p:cNvSpPr/>
          <p:nvPr/>
        </p:nvSpPr>
        <p:spPr>
          <a:xfrm>
            <a:off x="2468880" y="1220760"/>
            <a:ext cx="0" cy="320040"/>
          </a:xfrm>
          <a:prstGeom prst="line">
            <a:avLst/>
          </a:prstGeom>
          <a:ln>
            <a:solidFill>
              <a:srgbClr val="000000"/>
            </a:solidFill>
            <a:tailEnd len="med" type="triangle" w="med"/>
          </a:ln>
        </p:spPr>
        <p:style>
          <a:lnRef idx="0"/>
          <a:fillRef idx="0"/>
          <a:effectRef idx="0"/>
          <a:fontRef idx="minor"/>
        </p:style>
      </p:sp>
      <p:sp>
        <p:nvSpPr>
          <p:cNvPr id="109" name="CustomShape 10"/>
          <p:cNvSpPr/>
          <p:nvPr/>
        </p:nvSpPr>
        <p:spPr>
          <a:xfrm>
            <a:off x="3839400" y="1541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10" name="CustomShape 11"/>
          <p:cNvSpPr/>
          <p:nvPr/>
        </p:nvSpPr>
        <p:spPr>
          <a:xfrm>
            <a:off x="43869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11" name="CustomShape 12"/>
          <p:cNvSpPr/>
          <p:nvPr/>
        </p:nvSpPr>
        <p:spPr>
          <a:xfrm>
            <a:off x="539532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112" name="CustomShape 13"/>
          <p:cNvSpPr/>
          <p:nvPr/>
        </p:nvSpPr>
        <p:spPr>
          <a:xfrm>
            <a:off x="1647000" y="3004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13" name="CustomShape 14"/>
          <p:cNvSpPr/>
          <p:nvPr/>
        </p:nvSpPr>
        <p:spPr>
          <a:xfrm>
            <a:off x="2743200" y="3004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14" name="CustomShape 15"/>
          <p:cNvSpPr/>
          <p:nvPr/>
        </p:nvSpPr>
        <p:spPr>
          <a:xfrm>
            <a:off x="1645920" y="3552480"/>
            <a:ext cx="1096200" cy="546480"/>
          </a:xfrm>
          <a:prstGeom prst="rect">
            <a:avLst/>
          </a:prstGeom>
          <a:solidFill>
            <a:srgbClr val="ffffff"/>
          </a:solidFill>
          <a:ln>
            <a:solidFill>
              <a:srgbClr val="000000"/>
            </a:solidFill>
          </a:ln>
        </p:spPr>
        <p:style>
          <a:lnRef idx="0"/>
          <a:fillRef idx="0"/>
          <a:effectRef idx="0"/>
          <a:fontRef idx="minor"/>
        </p:style>
      </p:sp>
      <p:sp>
        <p:nvSpPr>
          <p:cNvPr id="115" name="CustomShape 16"/>
          <p:cNvSpPr/>
          <p:nvPr/>
        </p:nvSpPr>
        <p:spPr>
          <a:xfrm>
            <a:off x="2742120" y="3552480"/>
            <a:ext cx="1096200" cy="546480"/>
          </a:xfrm>
          <a:prstGeom prst="rect">
            <a:avLst/>
          </a:prstGeom>
          <a:solidFill>
            <a:srgbClr val="ffffff"/>
          </a:solidFill>
          <a:ln>
            <a:solidFill>
              <a:srgbClr val="000000"/>
            </a:solidFill>
          </a:ln>
        </p:spPr>
        <p:style>
          <a:lnRef idx="0"/>
          <a:fillRef idx="0"/>
          <a:effectRef idx="0"/>
          <a:fontRef idx="minor"/>
        </p:style>
      </p:sp>
      <p:sp>
        <p:nvSpPr>
          <p:cNvPr id="116" name="CustomShape 17"/>
          <p:cNvSpPr/>
          <p:nvPr/>
        </p:nvSpPr>
        <p:spPr>
          <a:xfrm>
            <a:off x="1645920" y="4102200"/>
            <a:ext cx="1096200" cy="546480"/>
          </a:xfrm>
          <a:prstGeom prst="rect">
            <a:avLst/>
          </a:prstGeom>
          <a:solidFill>
            <a:srgbClr val="ffffff"/>
          </a:solidFill>
          <a:ln>
            <a:solidFill>
              <a:srgbClr val="000000"/>
            </a:solidFill>
          </a:ln>
        </p:spPr>
        <p:style>
          <a:lnRef idx="0"/>
          <a:fillRef idx="0"/>
          <a:effectRef idx="0"/>
          <a:fontRef idx="minor"/>
        </p:style>
      </p:sp>
      <p:sp>
        <p:nvSpPr>
          <p:cNvPr id="117" name="CustomShape 18"/>
          <p:cNvSpPr/>
          <p:nvPr/>
        </p:nvSpPr>
        <p:spPr>
          <a:xfrm>
            <a:off x="2742120" y="4102200"/>
            <a:ext cx="1096200" cy="546480"/>
          </a:xfrm>
          <a:prstGeom prst="rect">
            <a:avLst/>
          </a:prstGeom>
          <a:solidFill>
            <a:srgbClr val="ffffff"/>
          </a:solidFill>
          <a:ln>
            <a:solidFill>
              <a:srgbClr val="000000"/>
            </a:solidFill>
          </a:ln>
        </p:spPr>
        <p:style>
          <a:lnRef idx="0"/>
          <a:fillRef idx="0"/>
          <a:effectRef idx="0"/>
          <a:fontRef idx="minor"/>
        </p:style>
      </p:sp>
      <p:sp>
        <p:nvSpPr>
          <p:cNvPr id="118" name="CustomShape 19"/>
          <p:cNvSpPr/>
          <p:nvPr/>
        </p:nvSpPr>
        <p:spPr>
          <a:xfrm>
            <a:off x="327240" y="4924080"/>
            <a:ext cx="3512160" cy="46980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freq[nums[i]] += 1 = freq[1] = 2</a:t>
            </a:r>
            <a:endParaRPr b="0" lang="en-US" sz="1800" spc="-1" strike="noStrike">
              <a:latin typeface="Arial"/>
            </a:endParaRPr>
          </a:p>
        </p:txBody>
      </p:sp>
      <p:sp>
        <p:nvSpPr>
          <p:cNvPr id="119" name="CustomShape 20"/>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Counting</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21" name="CustomShape 2"/>
          <p:cNvSpPr/>
          <p:nvPr/>
        </p:nvSpPr>
        <p:spPr>
          <a:xfrm>
            <a:off x="274320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22" name="CustomShape 3"/>
          <p:cNvSpPr/>
          <p:nvPr/>
        </p:nvSpPr>
        <p:spPr>
          <a:xfrm>
            <a:off x="21945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23" name="CustomShape 4"/>
          <p:cNvSpPr/>
          <p:nvPr/>
        </p:nvSpPr>
        <p:spPr>
          <a:xfrm>
            <a:off x="329184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24" name="CustomShape 5"/>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nums</a:t>
            </a:r>
            <a:endParaRPr b="0" lang="en-US" sz="1800" spc="-1" strike="noStrike">
              <a:latin typeface="Arial"/>
            </a:endParaRPr>
          </a:p>
        </p:txBody>
      </p:sp>
      <p:sp>
        <p:nvSpPr>
          <p:cNvPr id="125" name="CustomShape 6"/>
          <p:cNvSpPr/>
          <p:nvPr/>
        </p:nvSpPr>
        <p:spPr>
          <a:xfrm>
            <a:off x="1645920" y="2455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key</a:t>
            </a:r>
            <a:endParaRPr b="0" lang="en-US" sz="1800" spc="-1" strike="noStrike">
              <a:latin typeface="Arial"/>
            </a:endParaRPr>
          </a:p>
        </p:txBody>
      </p:sp>
      <p:sp>
        <p:nvSpPr>
          <p:cNvPr id="126" name="CustomShape 7"/>
          <p:cNvSpPr/>
          <p:nvPr/>
        </p:nvSpPr>
        <p:spPr>
          <a:xfrm>
            <a:off x="2742120" y="2455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value</a:t>
            </a:r>
            <a:endParaRPr b="0" lang="en-US" sz="1800" spc="-1" strike="noStrike">
              <a:latin typeface="Arial"/>
            </a:endParaRPr>
          </a:p>
        </p:txBody>
      </p:sp>
      <p:sp>
        <p:nvSpPr>
          <p:cNvPr id="127" name="CustomShape 8"/>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128" name="Line 9"/>
          <p:cNvSpPr/>
          <p:nvPr/>
        </p:nvSpPr>
        <p:spPr>
          <a:xfrm>
            <a:off x="3017520" y="1220760"/>
            <a:ext cx="0" cy="320040"/>
          </a:xfrm>
          <a:prstGeom prst="line">
            <a:avLst/>
          </a:prstGeom>
          <a:ln>
            <a:solidFill>
              <a:srgbClr val="000000"/>
            </a:solidFill>
            <a:tailEnd len="med" type="triangle" w="med"/>
          </a:ln>
        </p:spPr>
        <p:style>
          <a:lnRef idx="0"/>
          <a:fillRef idx="0"/>
          <a:effectRef idx="0"/>
          <a:fontRef idx="minor"/>
        </p:style>
      </p:sp>
      <p:sp>
        <p:nvSpPr>
          <p:cNvPr id="129" name="CustomShape 10"/>
          <p:cNvSpPr/>
          <p:nvPr/>
        </p:nvSpPr>
        <p:spPr>
          <a:xfrm>
            <a:off x="3839400" y="1541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30" name="CustomShape 11"/>
          <p:cNvSpPr/>
          <p:nvPr/>
        </p:nvSpPr>
        <p:spPr>
          <a:xfrm>
            <a:off x="43869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31" name="CustomShape 12"/>
          <p:cNvSpPr/>
          <p:nvPr/>
        </p:nvSpPr>
        <p:spPr>
          <a:xfrm>
            <a:off x="539532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132" name="CustomShape 13"/>
          <p:cNvSpPr/>
          <p:nvPr/>
        </p:nvSpPr>
        <p:spPr>
          <a:xfrm>
            <a:off x="1647000" y="3004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33" name="CustomShape 14"/>
          <p:cNvSpPr/>
          <p:nvPr/>
        </p:nvSpPr>
        <p:spPr>
          <a:xfrm>
            <a:off x="2743200" y="3004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34" name="CustomShape 15"/>
          <p:cNvSpPr/>
          <p:nvPr/>
        </p:nvSpPr>
        <p:spPr>
          <a:xfrm>
            <a:off x="1645920" y="3552480"/>
            <a:ext cx="1096200" cy="546480"/>
          </a:xfrm>
          <a:prstGeom prst="rect">
            <a:avLst/>
          </a:prstGeom>
          <a:solidFill>
            <a:srgbClr val="ffffff"/>
          </a:solidFill>
          <a:ln>
            <a:solidFill>
              <a:srgbClr val="000000"/>
            </a:solidFill>
          </a:ln>
        </p:spPr>
        <p:style>
          <a:lnRef idx="0"/>
          <a:fillRef idx="0"/>
          <a:effectRef idx="0"/>
          <a:fontRef idx="minor"/>
        </p:style>
      </p:sp>
      <p:sp>
        <p:nvSpPr>
          <p:cNvPr id="135" name="CustomShape 16"/>
          <p:cNvSpPr/>
          <p:nvPr/>
        </p:nvSpPr>
        <p:spPr>
          <a:xfrm>
            <a:off x="2742120" y="3552480"/>
            <a:ext cx="1096200" cy="546480"/>
          </a:xfrm>
          <a:prstGeom prst="rect">
            <a:avLst/>
          </a:prstGeom>
          <a:solidFill>
            <a:srgbClr val="ffffff"/>
          </a:solidFill>
          <a:ln>
            <a:solidFill>
              <a:srgbClr val="000000"/>
            </a:solidFill>
          </a:ln>
        </p:spPr>
        <p:style>
          <a:lnRef idx="0"/>
          <a:fillRef idx="0"/>
          <a:effectRef idx="0"/>
          <a:fontRef idx="minor"/>
        </p:style>
      </p:sp>
      <p:sp>
        <p:nvSpPr>
          <p:cNvPr id="136" name="CustomShape 17"/>
          <p:cNvSpPr/>
          <p:nvPr/>
        </p:nvSpPr>
        <p:spPr>
          <a:xfrm>
            <a:off x="1645920" y="4102200"/>
            <a:ext cx="1096200" cy="546480"/>
          </a:xfrm>
          <a:prstGeom prst="rect">
            <a:avLst/>
          </a:prstGeom>
          <a:solidFill>
            <a:srgbClr val="ffffff"/>
          </a:solidFill>
          <a:ln>
            <a:solidFill>
              <a:srgbClr val="000000"/>
            </a:solidFill>
          </a:ln>
        </p:spPr>
        <p:style>
          <a:lnRef idx="0"/>
          <a:fillRef idx="0"/>
          <a:effectRef idx="0"/>
          <a:fontRef idx="minor"/>
        </p:style>
      </p:sp>
      <p:sp>
        <p:nvSpPr>
          <p:cNvPr id="137" name="CustomShape 18"/>
          <p:cNvSpPr/>
          <p:nvPr/>
        </p:nvSpPr>
        <p:spPr>
          <a:xfrm>
            <a:off x="2742120" y="4102200"/>
            <a:ext cx="1096200" cy="546480"/>
          </a:xfrm>
          <a:prstGeom prst="rect">
            <a:avLst/>
          </a:prstGeom>
          <a:solidFill>
            <a:srgbClr val="ffffff"/>
          </a:solidFill>
          <a:ln>
            <a:solidFill>
              <a:srgbClr val="000000"/>
            </a:solidFill>
          </a:ln>
        </p:spPr>
        <p:style>
          <a:lnRef idx="0"/>
          <a:fillRef idx="0"/>
          <a:effectRef idx="0"/>
          <a:fontRef idx="minor"/>
        </p:style>
      </p:sp>
      <p:sp>
        <p:nvSpPr>
          <p:cNvPr id="138" name="CustomShape 19"/>
          <p:cNvSpPr/>
          <p:nvPr/>
        </p:nvSpPr>
        <p:spPr>
          <a:xfrm>
            <a:off x="327240" y="4924080"/>
            <a:ext cx="3512160" cy="46980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freq[nums[i]] += 1 = freq[1] = 3</a:t>
            </a:r>
            <a:endParaRPr b="0" lang="en-US" sz="1800" spc="-1" strike="noStrike">
              <a:latin typeface="Arial"/>
            </a:endParaRPr>
          </a:p>
        </p:txBody>
      </p:sp>
      <p:sp>
        <p:nvSpPr>
          <p:cNvPr id="139" name="CustomShape 20"/>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Counting</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41" name="CustomShape 2"/>
          <p:cNvSpPr/>
          <p:nvPr/>
        </p:nvSpPr>
        <p:spPr>
          <a:xfrm>
            <a:off x="274320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42" name="CustomShape 3"/>
          <p:cNvSpPr/>
          <p:nvPr/>
        </p:nvSpPr>
        <p:spPr>
          <a:xfrm>
            <a:off x="21945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43" name="CustomShape 4"/>
          <p:cNvSpPr/>
          <p:nvPr/>
        </p:nvSpPr>
        <p:spPr>
          <a:xfrm>
            <a:off x="329184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44" name="CustomShape 5"/>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nums</a:t>
            </a:r>
            <a:endParaRPr b="0" lang="en-US" sz="1800" spc="-1" strike="noStrike">
              <a:latin typeface="Arial"/>
            </a:endParaRPr>
          </a:p>
        </p:txBody>
      </p:sp>
      <p:sp>
        <p:nvSpPr>
          <p:cNvPr id="145" name="CustomShape 6"/>
          <p:cNvSpPr/>
          <p:nvPr/>
        </p:nvSpPr>
        <p:spPr>
          <a:xfrm>
            <a:off x="1645920" y="2455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key</a:t>
            </a:r>
            <a:endParaRPr b="0" lang="en-US" sz="1800" spc="-1" strike="noStrike">
              <a:latin typeface="Arial"/>
            </a:endParaRPr>
          </a:p>
        </p:txBody>
      </p:sp>
      <p:sp>
        <p:nvSpPr>
          <p:cNvPr id="146" name="CustomShape 7"/>
          <p:cNvSpPr/>
          <p:nvPr/>
        </p:nvSpPr>
        <p:spPr>
          <a:xfrm>
            <a:off x="2742120" y="2455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value</a:t>
            </a:r>
            <a:endParaRPr b="0" lang="en-US" sz="1800" spc="-1" strike="noStrike">
              <a:latin typeface="Arial"/>
            </a:endParaRPr>
          </a:p>
        </p:txBody>
      </p:sp>
      <p:sp>
        <p:nvSpPr>
          <p:cNvPr id="147" name="CustomShape 8"/>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148" name="Line 9"/>
          <p:cNvSpPr/>
          <p:nvPr/>
        </p:nvSpPr>
        <p:spPr>
          <a:xfrm>
            <a:off x="3566160" y="1220760"/>
            <a:ext cx="0" cy="320040"/>
          </a:xfrm>
          <a:prstGeom prst="line">
            <a:avLst/>
          </a:prstGeom>
          <a:ln>
            <a:solidFill>
              <a:srgbClr val="000000"/>
            </a:solidFill>
            <a:tailEnd len="med" type="triangle" w="med"/>
          </a:ln>
        </p:spPr>
        <p:style>
          <a:lnRef idx="0"/>
          <a:fillRef idx="0"/>
          <a:effectRef idx="0"/>
          <a:fontRef idx="minor"/>
        </p:style>
      </p:sp>
      <p:sp>
        <p:nvSpPr>
          <p:cNvPr id="149" name="CustomShape 10"/>
          <p:cNvSpPr/>
          <p:nvPr/>
        </p:nvSpPr>
        <p:spPr>
          <a:xfrm>
            <a:off x="3839400" y="1541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50" name="CustomShape 11"/>
          <p:cNvSpPr/>
          <p:nvPr/>
        </p:nvSpPr>
        <p:spPr>
          <a:xfrm>
            <a:off x="43869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51" name="CustomShape 12"/>
          <p:cNvSpPr/>
          <p:nvPr/>
        </p:nvSpPr>
        <p:spPr>
          <a:xfrm>
            <a:off x="539532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152" name="CustomShape 13"/>
          <p:cNvSpPr/>
          <p:nvPr/>
        </p:nvSpPr>
        <p:spPr>
          <a:xfrm>
            <a:off x="1647000" y="3004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53" name="CustomShape 14"/>
          <p:cNvSpPr/>
          <p:nvPr/>
        </p:nvSpPr>
        <p:spPr>
          <a:xfrm>
            <a:off x="2743200" y="3004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54" name="CustomShape 15"/>
          <p:cNvSpPr/>
          <p:nvPr/>
        </p:nvSpPr>
        <p:spPr>
          <a:xfrm>
            <a:off x="1645920" y="355248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55" name="CustomShape 16"/>
          <p:cNvSpPr/>
          <p:nvPr/>
        </p:nvSpPr>
        <p:spPr>
          <a:xfrm>
            <a:off x="2742120" y="355248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56" name="CustomShape 17"/>
          <p:cNvSpPr/>
          <p:nvPr/>
        </p:nvSpPr>
        <p:spPr>
          <a:xfrm>
            <a:off x="1645920" y="4102200"/>
            <a:ext cx="1096200" cy="546480"/>
          </a:xfrm>
          <a:prstGeom prst="rect">
            <a:avLst/>
          </a:prstGeom>
          <a:solidFill>
            <a:srgbClr val="ffffff"/>
          </a:solidFill>
          <a:ln>
            <a:solidFill>
              <a:srgbClr val="000000"/>
            </a:solidFill>
          </a:ln>
        </p:spPr>
        <p:style>
          <a:lnRef idx="0"/>
          <a:fillRef idx="0"/>
          <a:effectRef idx="0"/>
          <a:fontRef idx="minor"/>
        </p:style>
      </p:sp>
      <p:sp>
        <p:nvSpPr>
          <p:cNvPr id="157" name="CustomShape 18"/>
          <p:cNvSpPr/>
          <p:nvPr/>
        </p:nvSpPr>
        <p:spPr>
          <a:xfrm>
            <a:off x="2742120" y="4102200"/>
            <a:ext cx="1096200" cy="546480"/>
          </a:xfrm>
          <a:prstGeom prst="rect">
            <a:avLst/>
          </a:prstGeom>
          <a:solidFill>
            <a:srgbClr val="ffffff"/>
          </a:solidFill>
          <a:ln>
            <a:solidFill>
              <a:srgbClr val="000000"/>
            </a:solidFill>
          </a:ln>
        </p:spPr>
        <p:style>
          <a:lnRef idx="0"/>
          <a:fillRef idx="0"/>
          <a:effectRef idx="0"/>
          <a:fontRef idx="minor"/>
        </p:style>
      </p:sp>
      <p:sp>
        <p:nvSpPr>
          <p:cNvPr id="158" name="CustomShape 19"/>
          <p:cNvSpPr/>
          <p:nvPr/>
        </p:nvSpPr>
        <p:spPr>
          <a:xfrm>
            <a:off x="327240" y="4924080"/>
            <a:ext cx="3512160" cy="46980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freq[nums[i]] += 1 = freq[2] = 1</a:t>
            </a:r>
            <a:endParaRPr b="0" lang="en-US" sz="1800" spc="-1" strike="noStrike">
              <a:latin typeface="Arial"/>
            </a:endParaRPr>
          </a:p>
        </p:txBody>
      </p:sp>
      <p:sp>
        <p:nvSpPr>
          <p:cNvPr id="159" name="CustomShape 20"/>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Counting</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61" name="CustomShape 2"/>
          <p:cNvSpPr/>
          <p:nvPr/>
        </p:nvSpPr>
        <p:spPr>
          <a:xfrm>
            <a:off x="274320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62" name="CustomShape 3"/>
          <p:cNvSpPr/>
          <p:nvPr/>
        </p:nvSpPr>
        <p:spPr>
          <a:xfrm>
            <a:off x="21945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63" name="CustomShape 4"/>
          <p:cNvSpPr/>
          <p:nvPr/>
        </p:nvSpPr>
        <p:spPr>
          <a:xfrm>
            <a:off x="329184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64" name="CustomShape 5"/>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nums</a:t>
            </a:r>
            <a:endParaRPr b="0" lang="en-US" sz="1800" spc="-1" strike="noStrike">
              <a:latin typeface="Arial"/>
            </a:endParaRPr>
          </a:p>
        </p:txBody>
      </p:sp>
      <p:sp>
        <p:nvSpPr>
          <p:cNvPr id="165" name="CustomShape 6"/>
          <p:cNvSpPr/>
          <p:nvPr/>
        </p:nvSpPr>
        <p:spPr>
          <a:xfrm>
            <a:off x="1645920" y="2455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key</a:t>
            </a:r>
            <a:endParaRPr b="0" lang="en-US" sz="1800" spc="-1" strike="noStrike">
              <a:latin typeface="Arial"/>
            </a:endParaRPr>
          </a:p>
        </p:txBody>
      </p:sp>
      <p:sp>
        <p:nvSpPr>
          <p:cNvPr id="166" name="CustomShape 7"/>
          <p:cNvSpPr/>
          <p:nvPr/>
        </p:nvSpPr>
        <p:spPr>
          <a:xfrm>
            <a:off x="2742120" y="2455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value</a:t>
            </a:r>
            <a:endParaRPr b="0" lang="en-US" sz="1800" spc="-1" strike="noStrike">
              <a:latin typeface="Arial"/>
            </a:endParaRPr>
          </a:p>
        </p:txBody>
      </p:sp>
      <p:sp>
        <p:nvSpPr>
          <p:cNvPr id="167" name="CustomShape 8"/>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168" name="Line 9"/>
          <p:cNvSpPr/>
          <p:nvPr/>
        </p:nvSpPr>
        <p:spPr>
          <a:xfrm>
            <a:off x="4114800" y="1221840"/>
            <a:ext cx="0" cy="320040"/>
          </a:xfrm>
          <a:prstGeom prst="line">
            <a:avLst/>
          </a:prstGeom>
          <a:ln>
            <a:solidFill>
              <a:srgbClr val="000000"/>
            </a:solidFill>
            <a:tailEnd len="med" type="triangle" w="med"/>
          </a:ln>
        </p:spPr>
        <p:style>
          <a:lnRef idx="0"/>
          <a:fillRef idx="0"/>
          <a:effectRef idx="0"/>
          <a:fontRef idx="minor"/>
        </p:style>
      </p:sp>
      <p:sp>
        <p:nvSpPr>
          <p:cNvPr id="169" name="CustomShape 10"/>
          <p:cNvSpPr/>
          <p:nvPr/>
        </p:nvSpPr>
        <p:spPr>
          <a:xfrm>
            <a:off x="3839400" y="1541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70" name="CustomShape 11"/>
          <p:cNvSpPr/>
          <p:nvPr/>
        </p:nvSpPr>
        <p:spPr>
          <a:xfrm>
            <a:off x="43869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71" name="CustomShape 12"/>
          <p:cNvSpPr/>
          <p:nvPr/>
        </p:nvSpPr>
        <p:spPr>
          <a:xfrm>
            <a:off x="539532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172" name="CustomShape 13"/>
          <p:cNvSpPr/>
          <p:nvPr/>
        </p:nvSpPr>
        <p:spPr>
          <a:xfrm>
            <a:off x="1647000" y="3004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73" name="CustomShape 14"/>
          <p:cNvSpPr/>
          <p:nvPr/>
        </p:nvSpPr>
        <p:spPr>
          <a:xfrm>
            <a:off x="2743200" y="3004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74" name="CustomShape 15"/>
          <p:cNvSpPr/>
          <p:nvPr/>
        </p:nvSpPr>
        <p:spPr>
          <a:xfrm>
            <a:off x="1645920" y="355248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75" name="CustomShape 16"/>
          <p:cNvSpPr/>
          <p:nvPr/>
        </p:nvSpPr>
        <p:spPr>
          <a:xfrm>
            <a:off x="2742120" y="355248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76" name="CustomShape 17"/>
          <p:cNvSpPr/>
          <p:nvPr/>
        </p:nvSpPr>
        <p:spPr>
          <a:xfrm>
            <a:off x="1645920" y="4102200"/>
            <a:ext cx="1096200" cy="546480"/>
          </a:xfrm>
          <a:prstGeom prst="rect">
            <a:avLst/>
          </a:prstGeom>
          <a:solidFill>
            <a:srgbClr val="ffffff"/>
          </a:solidFill>
          <a:ln>
            <a:solidFill>
              <a:srgbClr val="000000"/>
            </a:solidFill>
          </a:ln>
        </p:spPr>
        <p:style>
          <a:lnRef idx="0"/>
          <a:fillRef idx="0"/>
          <a:effectRef idx="0"/>
          <a:fontRef idx="minor"/>
        </p:style>
      </p:sp>
      <p:sp>
        <p:nvSpPr>
          <p:cNvPr id="177" name="CustomShape 18"/>
          <p:cNvSpPr/>
          <p:nvPr/>
        </p:nvSpPr>
        <p:spPr>
          <a:xfrm>
            <a:off x="2742120" y="4102200"/>
            <a:ext cx="1096200" cy="546480"/>
          </a:xfrm>
          <a:prstGeom prst="rect">
            <a:avLst/>
          </a:prstGeom>
          <a:solidFill>
            <a:srgbClr val="ffffff"/>
          </a:solidFill>
          <a:ln>
            <a:solidFill>
              <a:srgbClr val="000000"/>
            </a:solidFill>
          </a:ln>
        </p:spPr>
        <p:style>
          <a:lnRef idx="0"/>
          <a:fillRef idx="0"/>
          <a:effectRef idx="0"/>
          <a:fontRef idx="minor"/>
        </p:style>
      </p:sp>
      <p:sp>
        <p:nvSpPr>
          <p:cNvPr id="178" name="CustomShape 19"/>
          <p:cNvSpPr/>
          <p:nvPr/>
        </p:nvSpPr>
        <p:spPr>
          <a:xfrm>
            <a:off x="327240" y="4924080"/>
            <a:ext cx="3512160" cy="46980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freq[nums[i]] += 1 = freq[2] = 2</a:t>
            </a:r>
            <a:endParaRPr b="0" lang="en-US" sz="1800" spc="-1" strike="noStrike">
              <a:latin typeface="Arial"/>
            </a:endParaRPr>
          </a:p>
        </p:txBody>
      </p:sp>
      <p:sp>
        <p:nvSpPr>
          <p:cNvPr id="179" name="CustomShape 20"/>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Counting</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81" name="CustomShape 2"/>
          <p:cNvSpPr/>
          <p:nvPr/>
        </p:nvSpPr>
        <p:spPr>
          <a:xfrm>
            <a:off x="274320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82" name="CustomShape 3"/>
          <p:cNvSpPr/>
          <p:nvPr/>
        </p:nvSpPr>
        <p:spPr>
          <a:xfrm>
            <a:off x="21945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83" name="CustomShape 4"/>
          <p:cNvSpPr/>
          <p:nvPr/>
        </p:nvSpPr>
        <p:spPr>
          <a:xfrm>
            <a:off x="329184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84" name="CustomShape 5"/>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nums</a:t>
            </a:r>
            <a:endParaRPr b="0" lang="en-US" sz="1800" spc="-1" strike="noStrike">
              <a:latin typeface="Arial"/>
            </a:endParaRPr>
          </a:p>
        </p:txBody>
      </p:sp>
      <p:sp>
        <p:nvSpPr>
          <p:cNvPr id="185" name="CustomShape 6"/>
          <p:cNvSpPr/>
          <p:nvPr/>
        </p:nvSpPr>
        <p:spPr>
          <a:xfrm>
            <a:off x="1645920" y="2455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key</a:t>
            </a:r>
            <a:endParaRPr b="0" lang="en-US" sz="1800" spc="-1" strike="noStrike">
              <a:latin typeface="Arial"/>
            </a:endParaRPr>
          </a:p>
        </p:txBody>
      </p:sp>
      <p:sp>
        <p:nvSpPr>
          <p:cNvPr id="186" name="CustomShape 7"/>
          <p:cNvSpPr/>
          <p:nvPr/>
        </p:nvSpPr>
        <p:spPr>
          <a:xfrm>
            <a:off x="2742120" y="2455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value</a:t>
            </a:r>
            <a:endParaRPr b="0" lang="en-US" sz="1800" spc="-1" strike="noStrike">
              <a:latin typeface="Arial"/>
            </a:endParaRPr>
          </a:p>
        </p:txBody>
      </p:sp>
      <p:sp>
        <p:nvSpPr>
          <p:cNvPr id="187" name="CustomShape 8"/>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188" name="Line 9"/>
          <p:cNvSpPr/>
          <p:nvPr/>
        </p:nvSpPr>
        <p:spPr>
          <a:xfrm>
            <a:off x="4663440" y="1220760"/>
            <a:ext cx="0" cy="320040"/>
          </a:xfrm>
          <a:prstGeom prst="line">
            <a:avLst/>
          </a:prstGeom>
          <a:ln>
            <a:solidFill>
              <a:srgbClr val="000000"/>
            </a:solidFill>
            <a:tailEnd len="med" type="triangle" w="med"/>
          </a:ln>
        </p:spPr>
        <p:style>
          <a:lnRef idx="0"/>
          <a:fillRef idx="0"/>
          <a:effectRef idx="0"/>
          <a:fontRef idx="minor"/>
        </p:style>
      </p:sp>
      <p:sp>
        <p:nvSpPr>
          <p:cNvPr id="189" name="CustomShape 10"/>
          <p:cNvSpPr/>
          <p:nvPr/>
        </p:nvSpPr>
        <p:spPr>
          <a:xfrm>
            <a:off x="3839400" y="1541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90" name="CustomShape 11"/>
          <p:cNvSpPr/>
          <p:nvPr/>
        </p:nvSpPr>
        <p:spPr>
          <a:xfrm>
            <a:off x="438696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91" name="CustomShape 12"/>
          <p:cNvSpPr/>
          <p:nvPr/>
        </p:nvSpPr>
        <p:spPr>
          <a:xfrm>
            <a:off x="539532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192" name="CustomShape 13"/>
          <p:cNvSpPr/>
          <p:nvPr/>
        </p:nvSpPr>
        <p:spPr>
          <a:xfrm>
            <a:off x="1647000" y="300492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93" name="CustomShape 14"/>
          <p:cNvSpPr/>
          <p:nvPr/>
        </p:nvSpPr>
        <p:spPr>
          <a:xfrm>
            <a:off x="2743200" y="300492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94" name="CustomShape 15"/>
          <p:cNvSpPr/>
          <p:nvPr/>
        </p:nvSpPr>
        <p:spPr>
          <a:xfrm>
            <a:off x="1645920" y="355248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95" name="CustomShape 16"/>
          <p:cNvSpPr/>
          <p:nvPr/>
        </p:nvSpPr>
        <p:spPr>
          <a:xfrm>
            <a:off x="2742120" y="355248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196" name="CustomShape 17"/>
          <p:cNvSpPr/>
          <p:nvPr/>
        </p:nvSpPr>
        <p:spPr>
          <a:xfrm>
            <a:off x="1645920" y="4102200"/>
            <a:ext cx="109620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3</a:t>
            </a:r>
            <a:endParaRPr b="0" lang="en-US" sz="1800" spc="-1" strike="noStrike">
              <a:latin typeface="Arial"/>
            </a:endParaRPr>
          </a:p>
        </p:txBody>
      </p:sp>
      <p:sp>
        <p:nvSpPr>
          <p:cNvPr id="197" name="CustomShape 18"/>
          <p:cNvSpPr/>
          <p:nvPr/>
        </p:nvSpPr>
        <p:spPr>
          <a:xfrm>
            <a:off x="2742120" y="4102200"/>
            <a:ext cx="1096200" cy="546480"/>
          </a:xfrm>
          <a:prstGeom prst="rect">
            <a:avLst/>
          </a:prstGeom>
          <a:solidFill>
            <a:srgbClr val="ffffff"/>
          </a:solidFill>
          <a:ln>
            <a:solidFill>
              <a:srgbClr val="000000"/>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
        <p:nvSpPr>
          <p:cNvPr id="198" name="CustomShape 19"/>
          <p:cNvSpPr/>
          <p:nvPr/>
        </p:nvSpPr>
        <p:spPr>
          <a:xfrm>
            <a:off x="327240" y="4924080"/>
            <a:ext cx="3512160" cy="46980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freq[nums[i]] += 1 = freq[3] = 1</a:t>
            </a:r>
            <a:endParaRPr b="0" lang="en-US" sz="1800" spc="-1" strike="noStrike">
              <a:latin typeface="Arial"/>
            </a:endParaRPr>
          </a:p>
        </p:txBody>
      </p:sp>
      <p:sp>
        <p:nvSpPr>
          <p:cNvPr id="199" name="CustomShape 20"/>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Counting</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[1,3]</a:t>
            </a:r>
            <a:endParaRPr b="0" lang="en-US" sz="1400" spc="-1" strike="noStrike">
              <a:latin typeface="Arial"/>
            </a:endParaRPr>
          </a:p>
        </p:txBody>
      </p:sp>
      <p:sp>
        <p:nvSpPr>
          <p:cNvPr id="201" name="CustomShape 2"/>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202" name="CustomShape 3"/>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heap</a:t>
            </a:r>
            <a:endParaRPr b="0" lang="en-US" sz="1800" spc="-1" strike="noStrike">
              <a:latin typeface="Arial"/>
            </a:endParaRPr>
          </a:p>
        </p:txBody>
      </p:sp>
      <p:sp>
        <p:nvSpPr>
          <p:cNvPr id="203" name="Line 4"/>
          <p:cNvSpPr/>
          <p:nvPr/>
        </p:nvSpPr>
        <p:spPr>
          <a:xfrm>
            <a:off x="1920240" y="1220760"/>
            <a:ext cx="0" cy="320040"/>
          </a:xfrm>
          <a:prstGeom prst="line">
            <a:avLst/>
          </a:prstGeom>
          <a:ln>
            <a:solidFill>
              <a:srgbClr val="000000"/>
            </a:solidFill>
            <a:tailEnd len="med" type="triangle" w="med"/>
          </a:ln>
        </p:spPr>
        <p:style>
          <a:lnRef idx="0"/>
          <a:fillRef idx="0"/>
          <a:effectRef idx="0"/>
          <a:fontRef idx="minor"/>
        </p:style>
      </p:sp>
      <p:sp>
        <p:nvSpPr>
          <p:cNvPr id="204" name="CustomShape 5"/>
          <p:cNvSpPr/>
          <p:nvPr/>
        </p:nvSpPr>
        <p:spPr>
          <a:xfrm>
            <a:off x="3657600" y="164592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205" name="CustomShape 6"/>
          <p:cNvSpPr/>
          <p:nvPr/>
        </p:nvSpPr>
        <p:spPr>
          <a:xfrm>
            <a:off x="327240" y="3749040"/>
            <a:ext cx="4152240" cy="73044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v = freq[i] = 1, 3</a:t>
            </a:r>
            <a:endParaRPr b="0" lang="en-US" sz="1800" spc="-1" strike="noStrike">
              <a:latin typeface="Arial"/>
            </a:endParaRPr>
          </a:p>
          <a:p>
            <a:pPr>
              <a:lnSpc>
                <a:spcPct val="100000"/>
              </a:lnSpc>
            </a:pPr>
            <a:r>
              <a:rPr b="0" lang="en-US" sz="1800" spc="-1" strike="noStrike">
                <a:solidFill>
                  <a:srgbClr val="000000"/>
                </a:solidFill>
                <a:latin typeface="Arial"/>
                <a:ea typeface="Noto Sans CJK SC"/>
              </a:rPr>
              <a:t>heap.push((v, k)) = </a:t>
            </a:r>
            <a:r>
              <a:rPr b="0" lang="en-US" sz="1800" spc="-1" strike="noStrike">
                <a:solidFill>
                  <a:srgbClr val="000000"/>
                </a:solidFill>
                <a:latin typeface="Arial"/>
                <a:ea typeface="DejaVu Sans"/>
              </a:rPr>
              <a:t>heap.push((3, 1))</a:t>
            </a:r>
            <a:endParaRPr b="0" lang="en-US" sz="1800" spc="-1" strike="noStrike">
              <a:latin typeface="Arial"/>
            </a:endParaRPr>
          </a:p>
        </p:txBody>
      </p:sp>
      <p:sp>
        <p:nvSpPr>
          <p:cNvPr id="206" name="CustomShape 7"/>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Track frequency with a heap</a:t>
            </a:r>
            <a:endParaRPr b="0" lang="en-US" sz="3200" spc="-1" strike="noStrike">
              <a:latin typeface="Arial"/>
            </a:endParaRPr>
          </a:p>
        </p:txBody>
      </p:sp>
      <p:sp>
        <p:nvSpPr>
          <p:cNvPr id="207" name="CustomShape 8"/>
          <p:cNvSpPr/>
          <p:nvPr/>
        </p:nvSpPr>
        <p:spPr>
          <a:xfrm>
            <a:off x="219348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08" name="CustomShape 9"/>
          <p:cNvSpPr/>
          <p:nvPr/>
        </p:nvSpPr>
        <p:spPr>
          <a:xfrm>
            <a:off x="2742120" y="153972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09" name="CustomShape 10"/>
          <p:cNvSpPr/>
          <p:nvPr/>
        </p:nvSpPr>
        <p:spPr>
          <a:xfrm>
            <a:off x="1645920" y="246996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10" name="CustomShape 11"/>
          <p:cNvSpPr/>
          <p:nvPr/>
        </p:nvSpPr>
        <p:spPr>
          <a:xfrm>
            <a:off x="2193480" y="2469960"/>
            <a:ext cx="546480" cy="546480"/>
          </a:xfrm>
          <a:prstGeom prst="rect">
            <a:avLst/>
          </a:prstGeom>
          <a:solidFill>
            <a:srgbClr val="ffffff"/>
          </a:solidFill>
          <a:ln>
            <a:solidFill>
              <a:srgbClr val="000000"/>
            </a:solidFill>
          </a:ln>
        </p:spPr>
        <p:style>
          <a:lnRef idx="0"/>
          <a:fillRef idx="0"/>
          <a:effectRef idx="0"/>
          <a:fontRef idx="minor"/>
        </p:style>
      </p:sp>
      <p:sp>
        <p:nvSpPr>
          <p:cNvPr id="211" name="CustomShape 12"/>
          <p:cNvSpPr/>
          <p:nvPr/>
        </p:nvSpPr>
        <p:spPr>
          <a:xfrm>
            <a:off x="2742120" y="2468880"/>
            <a:ext cx="546480" cy="546480"/>
          </a:xfrm>
          <a:prstGeom prst="rect">
            <a:avLst/>
          </a:prstGeom>
          <a:solidFill>
            <a:srgbClr val="ffffff"/>
          </a:solidFill>
          <a:ln>
            <a:solidFill>
              <a:srgbClr val="000000"/>
            </a:solid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[1,3]</a:t>
            </a:r>
            <a:endParaRPr b="0" lang="en-US" sz="1400" spc="-1" strike="noStrike">
              <a:latin typeface="Arial"/>
            </a:endParaRPr>
          </a:p>
        </p:txBody>
      </p:sp>
      <p:sp>
        <p:nvSpPr>
          <p:cNvPr id="213" name="CustomShape 2"/>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214" name="CustomShape 3"/>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heap</a:t>
            </a:r>
            <a:endParaRPr b="0" lang="en-US" sz="1800" spc="-1" strike="noStrike">
              <a:latin typeface="Arial"/>
            </a:endParaRPr>
          </a:p>
        </p:txBody>
      </p:sp>
      <p:sp>
        <p:nvSpPr>
          <p:cNvPr id="215" name="Line 4"/>
          <p:cNvSpPr/>
          <p:nvPr/>
        </p:nvSpPr>
        <p:spPr>
          <a:xfrm>
            <a:off x="2468880" y="1220760"/>
            <a:ext cx="0" cy="320040"/>
          </a:xfrm>
          <a:prstGeom prst="line">
            <a:avLst/>
          </a:prstGeom>
          <a:ln>
            <a:solidFill>
              <a:srgbClr val="000000"/>
            </a:solidFill>
            <a:tailEnd len="med" type="triangle" w="med"/>
          </a:ln>
        </p:spPr>
        <p:style>
          <a:lnRef idx="0"/>
          <a:fillRef idx="0"/>
          <a:effectRef idx="0"/>
          <a:fontRef idx="minor"/>
        </p:style>
      </p:sp>
      <p:sp>
        <p:nvSpPr>
          <p:cNvPr id="216" name="CustomShape 5"/>
          <p:cNvSpPr/>
          <p:nvPr/>
        </p:nvSpPr>
        <p:spPr>
          <a:xfrm>
            <a:off x="3657600" y="164592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217" name="CustomShape 6"/>
          <p:cNvSpPr/>
          <p:nvPr/>
        </p:nvSpPr>
        <p:spPr>
          <a:xfrm>
            <a:off x="327240" y="3749040"/>
            <a:ext cx="4152240" cy="73044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v = freq[i] = 2, 2</a:t>
            </a:r>
            <a:endParaRPr b="0" lang="en-US" sz="1800" spc="-1" strike="noStrike">
              <a:latin typeface="Arial"/>
            </a:endParaRPr>
          </a:p>
          <a:p>
            <a:pPr>
              <a:lnSpc>
                <a:spcPct val="100000"/>
              </a:lnSpc>
            </a:pPr>
            <a:r>
              <a:rPr b="0" lang="en-US" sz="1800" spc="-1" strike="noStrike">
                <a:solidFill>
                  <a:srgbClr val="000000"/>
                </a:solidFill>
                <a:latin typeface="Arial"/>
                <a:ea typeface="Noto Sans CJK SC"/>
              </a:rPr>
              <a:t>heap.push((v, k)) = </a:t>
            </a:r>
            <a:r>
              <a:rPr b="0" lang="en-US" sz="1800" spc="-1" strike="noStrike">
                <a:solidFill>
                  <a:srgbClr val="000000"/>
                </a:solidFill>
                <a:latin typeface="Arial"/>
                <a:ea typeface="DejaVu Sans"/>
              </a:rPr>
              <a:t>heap.push((2, 2))</a:t>
            </a:r>
            <a:endParaRPr b="0" lang="en-US" sz="1800" spc="-1" strike="noStrike">
              <a:latin typeface="Arial"/>
            </a:endParaRPr>
          </a:p>
        </p:txBody>
      </p:sp>
      <p:sp>
        <p:nvSpPr>
          <p:cNvPr id="218" name="CustomShape 7"/>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Track frequency with a heap</a:t>
            </a:r>
            <a:endParaRPr b="0" lang="en-US" sz="3200" spc="-1" strike="noStrike">
              <a:latin typeface="Arial"/>
            </a:endParaRPr>
          </a:p>
        </p:txBody>
      </p:sp>
      <p:sp>
        <p:nvSpPr>
          <p:cNvPr id="219" name="CustomShape 8"/>
          <p:cNvSpPr/>
          <p:nvPr/>
        </p:nvSpPr>
        <p:spPr>
          <a:xfrm>
            <a:off x="219348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20" name="CustomShape 9"/>
          <p:cNvSpPr/>
          <p:nvPr/>
        </p:nvSpPr>
        <p:spPr>
          <a:xfrm>
            <a:off x="2742120" y="153972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21" name="CustomShape 10"/>
          <p:cNvSpPr/>
          <p:nvPr/>
        </p:nvSpPr>
        <p:spPr>
          <a:xfrm>
            <a:off x="1645920" y="246996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22" name="CustomShape 11"/>
          <p:cNvSpPr/>
          <p:nvPr/>
        </p:nvSpPr>
        <p:spPr>
          <a:xfrm>
            <a:off x="2193480" y="246996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23" name="CustomShape 12"/>
          <p:cNvSpPr/>
          <p:nvPr/>
        </p:nvSpPr>
        <p:spPr>
          <a:xfrm>
            <a:off x="2742120" y="2468880"/>
            <a:ext cx="546480" cy="546480"/>
          </a:xfrm>
          <a:prstGeom prst="rect">
            <a:avLst/>
          </a:prstGeom>
          <a:solidFill>
            <a:srgbClr val="ffffff"/>
          </a:solidFill>
          <a:ln>
            <a:solidFill>
              <a:srgbClr val="000000"/>
            </a:solid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[1,3]</a:t>
            </a:r>
            <a:endParaRPr b="0" lang="en-US" sz="1400" spc="-1" strike="noStrike">
              <a:latin typeface="Arial"/>
            </a:endParaRPr>
          </a:p>
        </p:txBody>
      </p:sp>
      <p:sp>
        <p:nvSpPr>
          <p:cNvPr id="225" name="CustomShape 2"/>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226" name="CustomShape 3"/>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heap</a:t>
            </a:r>
            <a:endParaRPr b="0" lang="en-US" sz="1800" spc="-1" strike="noStrike">
              <a:latin typeface="Arial"/>
            </a:endParaRPr>
          </a:p>
        </p:txBody>
      </p:sp>
      <p:sp>
        <p:nvSpPr>
          <p:cNvPr id="227" name="Line 4"/>
          <p:cNvSpPr/>
          <p:nvPr/>
        </p:nvSpPr>
        <p:spPr>
          <a:xfrm>
            <a:off x="3017520" y="1219680"/>
            <a:ext cx="0" cy="320040"/>
          </a:xfrm>
          <a:prstGeom prst="line">
            <a:avLst/>
          </a:prstGeom>
          <a:ln>
            <a:solidFill>
              <a:srgbClr val="000000"/>
            </a:solidFill>
            <a:tailEnd len="med" type="triangle" w="med"/>
          </a:ln>
        </p:spPr>
        <p:style>
          <a:lnRef idx="0"/>
          <a:fillRef idx="0"/>
          <a:effectRef idx="0"/>
          <a:fontRef idx="minor"/>
        </p:style>
      </p:sp>
      <p:sp>
        <p:nvSpPr>
          <p:cNvPr id="228" name="CustomShape 5"/>
          <p:cNvSpPr/>
          <p:nvPr/>
        </p:nvSpPr>
        <p:spPr>
          <a:xfrm>
            <a:off x="3657600" y="164592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229" name="CustomShape 6"/>
          <p:cNvSpPr/>
          <p:nvPr/>
        </p:nvSpPr>
        <p:spPr>
          <a:xfrm>
            <a:off x="327240" y="3749040"/>
            <a:ext cx="4152240" cy="73044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v = freq[i] = 3, 1</a:t>
            </a:r>
            <a:endParaRPr b="0" lang="en-US" sz="1800" spc="-1" strike="noStrike">
              <a:latin typeface="Arial"/>
            </a:endParaRPr>
          </a:p>
          <a:p>
            <a:pPr>
              <a:lnSpc>
                <a:spcPct val="100000"/>
              </a:lnSpc>
            </a:pPr>
            <a:r>
              <a:rPr b="0" lang="en-US" sz="1800" spc="-1" strike="noStrike">
                <a:solidFill>
                  <a:srgbClr val="000000"/>
                </a:solidFill>
                <a:latin typeface="Arial"/>
                <a:ea typeface="Noto Sans CJK SC"/>
              </a:rPr>
              <a:t>heap.push((v, k)) = </a:t>
            </a:r>
            <a:r>
              <a:rPr b="0" lang="en-US" sz="1800" spc="-1" strike="noStrike">
                <a:solidFill>
                  <a:srgbClr val="000000"/>
                </a:solidFill>
                <a:latin typeface="Arial"/>
                <a:ea typeface="DejaVu Sans"/>
              </a:rPr>
              <a:t>heap.push((1, 3))</a:t>
            </a:r>
            <a:endParaRPr b="0" lang="en-US" sz="1800" spc="-1" strike="noStrike">
              <a:latin typeface="Arial"/>
            </a:endParaRPr>
          </a:p>
        </p:txBody>
      </p:sp>
      <p:sp>
        <p:nvSpPr>
          <p:cNvPr id="230" name="CustomShape 7"/>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Track frequency with a heap</a:t>
            </a:r>
            <a:endParaRPr b="0" lang="en-US" sz="3200" spc="-1" strike="noStrike">
              <a:latin typeface="Arial"/>
            </a:endParaRPr>
          </a:p>
        </p:txBody>
      </p:sp>
      <p:sp>
        <p:nvSpPr>
          <p:cNvPr id="231" name="CustomShape 8"/>
          <p:cNvSpPr/>
          <p:nvPr/>
        </p:nvSpPr>
        <p:spPr>
          <a:xfrm>
            <a:off x="219348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32" name="CustomShape 9"/>
          <p:cNvSpPr/>
          <p:nvPr/>
        </p:nvSpPr>
        <p:spPr>
          <a:xfrm>
            <a:off x="2742120" y="153972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33" name="CustomShape 10"/>
          <p:cNvSpPr/>
          <p:nvPr/>
        </p:nvSpPr>
        <p:spPr>
          <a:xfrm>
            <a:off x="1645920" y="246996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[1,3]</a:t>
            </a:r>
            <a:endParaRPr b="0" lang="en-US" sz="1400" spc="-1" strike="noStrike">
              <a:latin typeface="Arial"/>
            </a:endParaRPr>
          </a:p>
        </p:txBody>
      </p:sp>
      <p:sp>
        <p:nvSpPr>
          <p:cNvPr id="234" name="CustomShape 11"/>
          <p:cNvSpPr/>
          <p:nvPr/>
        </p:nvSpPr>
        <p:spPr>
          <a:xfrm>
            <a:off x="2193480" y="246996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35" name="CustomShape 12"/>
          <p:cNvSpPr/>
          <p:nvPr/>
        </p:nvSpPr>
        <p:spPr>
          <a:xfrm>
            <a:off x="2742120" y="2468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[1,3]</a:t>
            </a:r>
            <a:endParaRPr b="0" lang="en-US" sz="1400" spc="-1" strike="noStrike">
              <a:latin typeface="Arial"/>
            </a:endParaRPr>
          </a:p>
        </p:txBody>
      </p:sp>
      <p:sp>
        <p:nvSpPr>
          <p:cNvPr id="237" name="CustomShape 2"/>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freq</a:t>
            </a:r>
            <a:endParaRPr b="0" lang="en-US" sz="1800" spc="-1" strike="noStrike">
              <a:latin typeface="Arial"/>
            </a:endParaRPr>
          </a:p>
        </p:txBody>
      </p:sp>
      <p:sp>
        <p:nvSpPr>
          <p:cNvPr id="238" name="CustomShape 3"/>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heap</a:t>
            </a:r>
            <a:endParaRPr b="0" lang="en-US" sz="1800" spc="-1" strike="noStrike">
              <a:latin typeface="Arial"/>
            </a:endParaRPr>
          </a:p>
        </p:txBody>
      </p:sp>
      <p:sp>
        <p:nvSpPr>
          <p:cNvPr id="239" name="Line 4"/>
          <p:cNvSpPr/>
          <p:nvPr/>
        </p:nvSpPr>
        <p:spPr>
          <a:xfrm>
            <a:off x="3017520" y="1219680"/>
            <a:ext cx="0" cy="320040"/>
          </a:xfrm>
          <a:prstGeom prst="line">
            <a:avLst/>
          </a:prstGeom>
          <a:ln>
            <a:solidFill>
              <a:srgbClr val="000000"/>
            </a:solidFill>
            <a:tailEnd len="med" type="triangle" w="med"/>
          </a:ln>
        </p:spPr>
        <p:style>
          <a:lnRef idx="0"/>
          <a:fillRef idx="0"/>
          <a:effectRef idx="0"/>
          <a:fontRef idx="minor"/>
        </p:style>
      </p:sp>
      <p:sp>
        <p:nvSpPr>
          <p:cNvPr id="240" name="CustomShape 5"/>
          <p:cNvSpPr/>
          <p:nvPr/>
        </p:nvSpPr>
        <p:spPr>
          <a:xfrm>
            <a:off x="3657600" y="164592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k = 2</a:t>
            </a:r>
            <a:endParaRPr b="0" lang="en-US" sz="1800" spc="-1" strike="noStrike">
              <a:latin typeface="Arial"/>
            </a:endParaRPr>
          </a:p>
        </p:txBody>
      </p:sp>
      <p:sp>
        <p:nvSpPr>
          <p:cNvPr id="241" name="CustomShape 6"/>
          <p:cNvSpPr/>
          <p:nvPr/>
        </p:nvSpPr>
        <p:spPr>
          <a:xfrm>
            <a:off x="327240" y="3749040"/>
            <a:ext cx="6804000" cy="73044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As the heap size exceeds k, then we pop the smallest element</a:t>
            </a:r>
            <a:endParaRPr b="0" lang="en-US" sz="1800" spc="-1" strike="noStrike">
              <a:latin typeface="Arial"/>
            </a:endParaRPr>
          </a:p>
          <a:p>
            <a:pPr>
              <a:lnSpc>
                <a:spcPct val="100000"/>
              </a:lnSpc>
            </a:pPr>
            <a:r>
              <a:rPr b="0" lang="en-US" sz="1800" spc="-1" strike="noStrike">
                <a:solidFill>
                  <a:srgbClr val="000000"/>
                </a:solidFill>
                <a:latin typeface="Arial"/>
                <a:ea typeface="Noto Sans CJK SC"/>
              </a:rPr>
              <a:t>heap.pop()</a:t>
            </a:r>
            <a:endParaRPr b="0" lang="en-US" sz="1800" spc="-1" strike="noStrike">
              <a:latin typeface="Arial"/>
            </a:endParaRPr>
          </a:p>
        </p:txBody>
      </p:sp>
      <p:sp>
        <p:nvSpPr>
          <p:cNvPr id="242" name="CustomShape 7"/>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Track frequency with a heap</a:t>
            </a:r>
            <a:endParaRPr b="0" lang="en-US" sz="3200" spc="-1" strike="noStrike">
              <a:latin typeface="Arial"/>
            </a:endParaRPr>
          </a:p>
        </p:txBody>
      </p:sp>
      <p:sp>
        <p:nvSpPr>
          <p:cNvPr id="243" name="CustomShape 8"/>
          <p:cNvSpPr/>
          <p:nvPr/>
        </p:nvSpPr>
        <p:spPr>
          <a:xfrm>
            <a:off x="219348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44" name="CustomShape 9"/>
          <p:cNvSpPr/>
          <p:nvPr/>
        </p:nvSpPr>
        <p:spPr>
          <a:xfrm>
            <a:off x="2742120" y="153972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45" name="CustomShape 10"/>
          <p:cNvSpPr/>
          <p:nvPr/>
        </p:nvSpPr>
        <p:spPr>
          <a:xfrm>
            <a:off x="1644840" y="2468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46" name="CustomShape 11"/>
          <p:cNvSpPr/>
          <p:nvPr/>
        </p:nvSpPr>
        <p:spPr>
          <a:xfrm>
            <a:off x="2193480" y="2467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48" name="CustomShape 2"/>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heap</a:t>
            </a:r>
            <a:endParaRPr b="0" lang="en-US" sz="1800" spc="-1" strike="noStrike">
              <a:latin typeface="Arial"/>
            </a:endParaRPr>
          </a:p>
        </p:txBody>
      </p:sp>
      <p:sp>
        <p:nvSpPr>
          <p:cNvPr id="249" name="CustomShape 3"/>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res</a:t>
            </a:r>
            <a:endParaRPr b="0" lang="en-US" sz="1800" spc="-1" strike="noStrike">
              <a:latin typeface="Arial"/>
            </a:endParaRPr>
          </a:p>
        </p:txBody>
      </p:sp>
      <p:sp>
        <p:nvSpPr>
          <p:cNvPr id="250" name="Line 4"/>
          <p:cNvSpPr/>
          <p:nvPr/>
        </p:nvSpPr>
        <p:spPr>
          <a:xfrm>
            <a:off x="1920240" y="1220760"/>
            <a:ext cx="0" cy="320040"/>
          </a:xfrm>
          <a:prstGeom prst="line">
            <a:avLst/>
          </a:prstGeom>
          <a:ln>
            <a:solidFill>
              <a:srgbClr val="000000"/>
            </a:solidFill>
            <a:tailEnd len="med" type="triangle" w="med"/>
          </a:ln>
        </p:spPr>
        <p:style>
          <a:lnRef idx="0"/>
          <a:fillRef idx="0"/>
          <a:effectRef idx="0"/>
          <a:fontRef idx="minor"/>
        </p:style>
      </p:sp>
      <p:sp>
        <p:nvSpPr>
          <p:cNvPr id="251" name="CustomShape 5"/>
          <p:cNvSpPr/>
          <p:nvPr/>
        </p:nvSpPr>
        <p:spPr>
          <a:xfrm>
            <a:off x="327240" y="3749040"/>
            <a:ext cx="6804000" cy="73044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Noto Sans CJK SC"/>
              </a:rPr>
              <a:t>res[i] = heap[i][1] = 2</a:t>
            </a:r>
            <a:endParaRPr b="0" lang="en-US" sz="1800" spc="-1" strike="noStrike">
              <a:latin typeface="Arial"/>
            </a:endParaRPr>
          </a:p>
        </p:txBody>
      </p:sp>
      <p:sp>
        <p:nvSpPr>
          <p:cNvPr id="252" name="CustomShape 6"/>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Fill the result array</a:t>
            </a:r>
            <a:endParaRPr b="0" lang="en-US" sz="3200" spc="-1" strike="noStrike">
              <a:latin typeface="Arial"/>
            </a:endParaRPr>
          </a:p>
        </p:txBody>
      </p:sp>
      <p:sp>
        <p:nvSpPr>
          <p:cNvPr id="253" name="CustomShape 7"/>
          <p:cNvSpPr/>
          <p:nvPr/>
        </p:nvSpPr>
        <p:spPr>
          <a:xfrm>
            <a:off x="219348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54" name="CustomShape 8"/>
          <p:cNvSpPr/>
          <p:nvPr/>
        </p:nvSpPr>
        <p:spPr>
          <a:xfrm>
            <a:off x="1644840" y="2468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255" name="CustomShape 9"/>
          <p:cNvSpPr/>
          <p:nvPr/>
        </p:nvSpPr>
        <p:spPr>
          <a:xfrm>
            <a:off x="2193480" y="2467800"/>
            <a:ext cx="546480" cy="546480"/>
          </a:xfrm>
          <a:prstGeom prst="rect">
            <a:avLst/>
          </a:prstGeom>
          <a:solidFill>
            <a:srgbClr val="ffffff"/>
          </a:solidFill>
          <a:ln>
            <a:solidFill>
              <a:srgbClr val="000000"/>
            </a:solid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CustomShape 1"/>
          <p:cNvSpPr/>
          <p:nvPr/>
        </p:nvSpPr>
        <p:spPr>
          <a:xfrm>
            <a:off x="164592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[2,2]</a:t>
            </a:r>
            <a:endParaRPr b="0" lang="en-US" sz="1400" spc="-1" strike="noStrike">
              <a:latin typeface="Arial"/>
            </a:endParaRPr>
          </a:p>
        </p:txBody>
      </p:sp>
      <p:sp>
        <p:nvSpPr>
          <p:cNvPr id="257" name="CustomShape 2"/>
          <p:cNvSpPr/>
          <p:nvPr/>
        </p:nvSpPr>
        <p:spPr>
          <a:xfrm>
            <a:off x="365760" y="163224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heap</a:t>
            </a:r>
            <a:endParaRPr b="0" lang="en-US" sz="1800" spc="-1" strike="noStrike">
              <a:latin typeface="Arial"/>
            </a:endParaRPr>
          </a:p>
        </p:txBody>
      </p:sp>
      <p:sp>
        <p:nvSpPr>
          <p:cNvPr id="258" name="CustomShape 3"/>
          <p:cNvSpPr/>
          <p:nvPr/>
        </p:nvSpPr>
        <p:spPr>
          <a:xfrm>
            <a:off x="365760" y="2547360"/>
            <a:ext cx="912960" cy="36432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DejaVu Sans"/>
              </a:rPr>
              <a:t>res</a:t>
            </a:r>
            <a:endParaRPr b="0" lang="en-US" sz="1800" spc="-1" strike="noStrike">
              <a:latin typeface="Arial"/>
            </a:endParaRPr>
          </a:p>
        </p:txBody>
      </p:sp>
      <p:sp>
        <p:nvSpPr>
          <p:cNvPr id="259" name="Line 4"/>
          <p:cNvSpPr/>
          <p:nvPr/>
        </p:nvSpPr>
        <p:spPr>
          <a:xfrm>
            <a:off x="2468880" y="1220760"/>
            <a:ext cx="0" cy="320040"/>
          </a:xfrm>
          <a:prstGeom prst="line">
            <a:avLst/>
          </a:prstGeom>
          <a:ln>
            <a:solidFill>
              <a:srgbClr val="000000"/>
            </a:solidFill>
            <a:tailEnd len="med" type="triangle" w="med"/>
          </a:ln>
        </p:spPr>
        <p:style>
          <a:lnRef idx="0"/>
          <a:fillRef idx="0"/>
          <a:effectRef idx="0"/>
          <a:fontRef idx="minor"/>
        </p:style>
      </p:sp>
      <p:sp>
        <p:nvSpPr>
          <p:cNvPr id="260" name="CustomShape 5"/>
          <p:cNvSpPr/>
          <p:nvPr/>
        </p:nvSpPr>
        <p:spPr>
          <a:xfrm>
            <a:off x="327240" y="3749040"/>
            <a:ext cx="6804000" cy="73044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n-US" sz="1800" spc="-1" strike="noStrike">
                <a:solidFill>
                  <a:srgbClr val="000000"/>
                </a:solidFill>
                <a:latin typeface="Arial"/>
                <a:ea typeface="Noto Sans CJK SC"/>
              </a:rPr>
              <a:t>res[i] = heap[i][1] = 1</a:t>
            </a:r>
            <a:endParaRPr b="0" lang="en-US" sz="1800" spc="-1" strike="noStrike">
              <a:latin typeface="Arial"/>
            </a:endParaRPr>
          </a:p>
        </p:txBody>
      </p:sp>
      <p:sp>
        <p:nvSpPr>
          <p:cNvPr id="261" name="CustomShape 6"/>
          <p:cNvSpPr/>
          <p:nvPr/>
        </p:nvSpPr>
        <p:spPr>
          <a:xfrm>
            <a:off x="504000" y="226080"/>
            <a:ext cx="9069480" cy="944280"/>
          </a:xfrm>
          <a:prstGeom prst="rect">
            <a:avLst/>
          </a:prstGeom>
          <a:noFill/>
          <a:ln>
            <a:noFill/>
          </a:ln>
        </p:spPr>
        <p:style>
          <a:lnRef idx="0"/>
          <a:fillRef idx="0"/>
          <a:effectRef idx="0"/>
          <a:fontRef idx="minor"/>
        </p:style>
        <p:txBody>
          <a:bodyPr lIns="0" rIns="0" tIns="0" bIns="0" anchor="ctr">
            <a:noAutofit/>
          </a:bodyPr>
          <a:p>
            <a:pPr algn="ctr">
              <a:lnSpc>
                <a:spcPct val="100000"/>
              </a:lnSpc>
            </a:pPr>
            <a:r>
              <a:rPr b="0" lang="en-US" sz="3200" spc="-1" strike="noStrike">
                <a:solidFill>
                  <a:srgbClr val="000000"/>
                </a:solidFill>
                <a:latin typeface="Arial"/>
                <a:ea typeface="DejaVu Sans"/>
              </a:rPr>
              <a:t>Fill the result array</a:t>
            </a:r>
            <a:endParaRPr b="0" lang="en-US" sz="3200" spc="-1" strike="noStrike">
              <a:latin typeface="Arial"/>
            </a:endParaRPr>
          </a:p>
        </p:txBody>
      </p:sp>
      <p:sp>
        <p:nvSpPr>
          <p:cNvPr id="262" name="CustomShape 7"/>
          <p:cNvSpPr/>
          <p:nvPr/>
        </p:nvSpPr>
        <p:spPr>
          <a:xfrm>
            <a:off x="2193480" y="1540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400" spc="-1" strike="noStrike">
                <a:solidFill>
                  <a:srgbClr val="000000"/>
                </a:solidFill>
                <a:latin typeface="Arial"/>
                <a:ea typeface="DejaVu Sans"/>
              </a:rPr>
              <a:t>[3,1]</a:t>
            </a:r>
            <a:endParaRPr b="0" lang="en-US" sz="1400" spc="-1" strike="noStrike">
              <a:latin typeface="Arial"/>
            </a:endParaRPr>
          </a:p>
        </p:txBody>
      </p:sp>
      <p:sp>
        <p:nvSpPr>
          <p:cNvPr id="263" name="CustomShape 8"/>
          <p:cNvSpPr/>
          <p:nvPr/>
        </p:nvSpPr>
        <p:spPr>
          <a:xfrm>
            <a:off x="1644840" y="246888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2</a:t>
            </a:r>
            <a:endParaRPr b="0" lang="en-US" sz="1800" spc="-1" strike="noStrike">
              <a:latin typeface="Arial"/>
            </a:endParaRPr>
          </a:p>
        </p:txBody>
      </p:sp>
      <p:sp>
        <p:nvSpPr>
          <p:cNvPr id="264" name="CustomShape 9"/>
          <p:cNvSpPr/>
          <p:nvPr/>
        </p:nvSpPr>
        <p:spPr>
          <a:xfrm>
            <a:off x="2193480" y="2467800"/>
            <a:ext cx="546480" cy="546480"/>
          </a:xfrm>
          <a:prstGeom prst="rect">
            <a:avLst/>
          </a:prstGeom>
          <a:solidFill>
            <a:srgbClr val="ffffff"/>
          </a:solidFill>
          <a:ln>
            <a:solidFill>
              <a:srgbClr val="000000"/>
            </a:solidFill>
          </a:ln>
        </p:spPr>
        <p:style>
          <a:lnRef idx="0"/>
          <a:fillRef idx="0"/>
          <a:effectRef idx="0"/>
          <a:fontRef idx="minor"/>
        </p:style>
        <p:txBody>
          <a:bodyPr wrap="none" lIns="90000" rIns="90000" tIns="45000" bIns="45000" anchor="ctr">
            <a:noAutofit/>
          </a:bodyPr>
          <a:p>
            <a:pPr algn="ctr">
              <a:lnSpc>
                <a:spcPct val="100000"/>
              </a:lnSpc>
            </a:pPr>
            <a:r>
              <a:rPr b="0" lang="en-US" sz="1800" spc="-1" strike="noStrike">
                <a:solidFill>
                  <a:srgbClr val="000000"/>
                </a:solidFill>
                <a:latin typeface="Arial"/>
                <a:ea typeface="DejaVu Sans"/>
              </a:rPr>
              <a:t>1</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214</TotalTime>
  <Application>LibreOffice/6.4.7.2$Linux_X86_64 LibreOffice_project/40$Build-2</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2025-04-25T18:28:57Z</dcterms:created>
  <dc:creator/>
  <dc:description/>
  <dc:language>en-US</dc:language>
  <cp:lastModifiedBy/>
  <dcterms:modified xsi:type="dcterms:W3CDTF">2025-05-22T02:28:09Z</dcterms:modified>
  <cp:revision>13</cp:revision>
  <dc:subject/>
  <dc:title/>
</cp:coreProperties>
</file>