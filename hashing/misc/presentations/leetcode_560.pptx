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LeetCode #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560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0" lang="en-US" sz="4800" spc="-1" strike="noStrike">
                <a:solidFill>
                  <a:srgbClr val="000000"/>
                </a:solidFill>
                <a:latin typeface="Arial"/>
                <a:ea typeface="JetBrains Mono"/>
              </a:rPr>
              <a:t>Subarray Sum Equals K</a:t>
            </a:r>
            <a:endParaRPr b="0" i="1" lang="en-US" sz="4800" spc="-1" strike="noStrike">
              <a:solidFill>
                <a:srgbClr val="5f826b"/>
              </a:solidFill>
              <a:latin typeface="JetBrains Mono"/>
              <a:ea typeface="JetBrains Mon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529560" y="1828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Hash table count-value and value-count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183600" y="2233080"/>
            <a:ext cx="9690840" cy="105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 get the top k frequent elements, we first count the occurrences of all elements using a hash table. Then, we iterate through the hash table and use a heap to keep track of the k most frequent elements, popping the smallest one when the heap size exceeds k. Alternatively, we can use an array of size n + 1, where n is the size of the input array. In this approach, we store a list at each index of the array and append the i-th key to the list at the index corresponding to its frequency. Finally, we iterate through this array in reverse order to fill the result array.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274320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21945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CustomShape 4"/>
          <p:cNvSpPr/>
          <p:nvPr/>
        </p:nvSpPr>
        <p:spPr>
          <a:xfrm>
            <a:off x="329184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CustomShape 5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nums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CustomShape 6"/>
          <p:cNvSpPr/>
          <p:nvPr/>
        </p:nvSpPr>
        <p:spPr>
          <a:xfrm>
            <a:off x="16459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CustomShape 7"/>
          <p:cNvSpPr/>
          <p:nvPr/>
        </p:nvSpPr>
        <p:spPr>
          <a:xfrm>
            <a:off x="27421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" name="CustomShape 8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Line 9"/>
          <p:cNvSpPr/>
          <p:nvPr/>
        </p:nvSpPr>
        <p:spPr>
          <a:xfrm>
            <a:off x="195048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CustomShape 10"/>
          <p:cNvSpPr/>
          <p:nvPr/>
        </p:nvSpPr>
        <p:spPr>
          <a:xfrm>
            <a:off x="3839400" y="1541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CustomShape 11"/>
          <p:cNvSpPr/>
          <p:nvPr/>
        </p:nvSpPr>
        <p:spPr>
          <a:xfrm>
            <a:off x="43869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CustomShape 12"/>
          <p:cNvSpPr/>
          <p:nvPr/>
        </p:nvSpPr>
        <p:spPr>
          <a:xfrm>
            <a:off x="539532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CustomShape 13"/>
          <p:cNvSpPr/>
          <p:nvPr/>
        </p:nvSpPr>
        <p:spPr>
          <a:xfrm>
            <a:off x="16470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" name="CustomShape 14"/>
          <p:cNvSpPr/>
          <p:nvPr/>
        </p:nvSpPr>
        <p:spPr>
          <a:xfrm>
            <a:off x="27432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CustomShape 15"/>
          <p:cNvSpPr/>
          <p:nvPr/>
        </p:nvSpPr>
        <p:spPr>
          <a:xfrm>
            <a:off x="16459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CustomShape 16"/>
          <p:cNvSpPr/>
          <p:nvPr/>
        </p:nvSpPr>
        <p:spPr>
          <a:xfrm>
            <a:off x="27421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CustomShape 17"/>
          <p:cNvSpPr/>
          <p:nvPr/>
        </p:nvSpPr>
        <p:spPr>
          <a:xfrm>
            <a:off x="16459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CustomShape 18"/>
          <p:cNvSpPr/>
          <p:nvPr/>
        </p:nvSpPr>
        <p:spPr>
          <a:xfrm>
            <a:off x="27421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19"/>
          <p:cNvSpPr/>
          <p:nvPr/>
        </p:nvSpPr>
        <p:spPr>
          <a:xfrm>
            <a:off x="327240" y="4924080"/>
            <a:ext cx="3512520" cy="470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freq[nums[i]] += 1 = freq[1] = 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CustomShape 20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Counting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274320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21945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CustomShape 4"/>
          <p:cNvSpPr/>
          <p:nvPr/>
        </p:nvSpPr>
        <p:spPr>
          <a:xfrm>
            <a:off x="329184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4" name="CustomShape 5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nums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" name="CustomShape 6"/>
          <p:cNvSpPr/>
          <p:nvPr/>
        </p:nvSpPr>
        <p:spPr>
          <a:xfrm>
            <a:off x="16459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6" name="CustomShape 7"/>
          <p:cNvSpPr/>
          <p:nvPr/>
        </p:nvSpPr>
        <p:spPr>
          <a:xfrm>
            <a:off x="27421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" name="CustomShape 8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Line 9"/>
          <p:cNvSpPr/>
          <p:nvPr/>
        </p:nvSpPr>
        <p:spPr>
          <a:xfrm>
            <a:off x="246888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CustomShape 10"/>
          <p:cNvSpPr/>
          <p:nvPr/>
        </p:nvSpPr>
        <p:spPr>
          <a:xfrm>
            <a:off x="3839400" y="1541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CustomShape 11"/>
          <p:cNvSpPr/>
          <p:nvPr/>
        </p:nvSpPr>
        <p:spPr>
          <a:xfrm>
            <a:off x="43869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CustomShape 12"/>
          <p:cNvSpPr/>
          <p:nvPr/>
        </p:nvSpPr>
        <p:spPr>
          <a:xfrm>
            <a:off x="539532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" name="CustomShape 13"/>
          <p:cNvSpPr/>
          <p:nvPr/>
        </p:nvSpPr>
        <p:spPr>
          <a:xfrm>
            <a:off x="16470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CustomShape 14"/>
          <p:cNvSpPr/>
          <p:nvPr/>
        </p:nvSpPr>
        <p:spPr>
          <a:xfrm>
            <a:off x="27432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" name="CustomShape 15"/>
          <p:cNvSpPr/>
          <p:nvPr/>
        </p:nvSpPr>
        <p:spPr>
          <a:xfrm>
            <a:off x="16459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CustomShape 16"/>
          <p:cNvSpPr/>
          <p:nvPr/>
        </p:nvSpPr>
        <p:spPr>
          <a:xfrm>
            <a:off x="27421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CustomShape 17"/>
          <p:cNvSpPr/>
          <p:nvPr/>
        </p:nvSpPr>
        <p:spPr>
          <a:xfrm>
            <a:off x="16459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CustomShape 18"/>
          <p:cNvSpPr/>
          <p:nvPr/>
        </p:nvSpPr>
        <p:spPr>
          <a:xfrm>
            <a:off x="27421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CustomShape 19"/>
          <p:cNvSpPr/>
          <p:nvPr/>
        </p:nvSpPr>
        <p:spPr>
          <a:xfrm>
            <a:off x="327240" y="4924080"/>
            <a:ext cx="3512520" cy="470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freq[nums[i]] += 1 = freq[1]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9" name="CustomShape 20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Counting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274320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21945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329184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CustomShape 5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nums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CustomShape 6"/>
          <p:cNvSpPr/>
          <p:nvPr/>
        </p:nvSpPr>
        <p:spPr>
          <a:xfrm>
            <a:off x="16459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CustomShape 7"/>
          <p:cNvSpPr/>
          <p:nvPr/>
        </p:nvSpPr>
        <p:spPr>
          <a:xfrm>
            <a:off x="27421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7" name="CustomShape 8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8" name="Line 9"/>
          <p:cNvSpPr/>
          <p:nvPr/>
        </p:nvSpPr>
        <p:spPr>
          <a:xfrm>
            <a:off x="301752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10"/>
          <p:cNvSpPr/>
          <p:nvPr/>
        </p:nvSpPr>
        <p:spPr>
          <a:xfrm>
            <a:off x="3839400" y="1541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" name="CustomShape 11"/>
          <p:cNvSpPr/>
          <p:nvPr/>
        </p:nvSpPr>
        <p:spPr>
          <a:xfrm>
            <a:off x="43869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CustomShape 12"/>
          <p:cNvSpPr/>
          <p:nvPr/>
        </p:nvSpPr>
        <p:spPr>
          <a:xfrm>
            <a:off x="539532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" name="CustomShape 13"/>
          <p:cNvSpPr/>
          <p:nvPr/>
        </p:nvSpPr>
        <p:spPr>
          <a:xfrm>
            <a:off x="16470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3" name="CustomShape 14"/>
          <p:cNvSpPr/>
          <p:nvPr/>
        </p:nvSpPr>
        <p:spPr>
          <a:xfrm>
            <a:off x="27432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4" name="CustomShape 15"/>
          <p:cNvSpPr/>
          <p:nvPr/>
        </p:nvSpPr>
        <p:spPr>
          <a:xfrm>
            <a:off x="16459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CustomShape 16"/>
          <p:cNvSpPr/>
          <p:nvPr/>
        </p:nvSpPr>
        <p:spPr>
          <a:xfrm>
            <a:off x="27421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CustomShape 17"/>
          <p:cNvSpPr/>
          <p:nvPr/>
        </p:nvSpPr>
        <p:spPr>
          <a:xfrm>
            <a:off x="16459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CustomShape 18"/>
          <p:cNvSpPr/>
          <p:nvPr/>
        </p:nvSpPr>
        <p:spPr>
          <a:xfrm>
            <a:off x="27421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CustomShape 19"/>
          <p:cNvSpPr/>
          <p:nvPr/>
        </p:nvSpPr>
        <p:spPr>
          <a:xfrm>
            <a:off x="327240" y="4924080"/>
            <a:ext cx="3512520" cy="470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freq[nums[i]] += 1 = freq[1] = 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CustomShape 20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Counting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274320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2" name="CustomShape 3"/>
          <p:cNvSpPr/>
          <p:nvPr/>
        </p:nvSpPr>
        <p:spPr>
          <a:xfrm>
            <a:off x="21945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329184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4" name="CustomShape 5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nums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CustomShape 6"/>
          <p:cNvSpPr/>
          <p:nvPr/>
        </p:nvSpPr>
        <p:spPr>
          <a:xfrm>
            <a:off x="16459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6" name="CustomShape 7"/>
          <p:cNvSpPr/>
          <p:nvPr/>
        </p:nvSpPr>
        <p:spPr>
          <a:xfrm>
            <a:off x="27421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CustomShape 8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8" name="Line 9"/>
          <p:cNvSpPr/>
          <p:nvPr/>
        </p:nvSpPr>
        <p:spPr>
          <a:xfrm>
            <a:off x="356616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ustomShape 10"/>
          <p:cNvSpPr/>
          <p:nvPr/>
        </p:nvSpPr>
        <p:spPr>
          <a:xfrm>
            <a:off x="3839400" y="1541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0" name="CustomShape 11"/>
          <p:cNvSpPr/>
          <p:nvPr/>
        </p:nvSpPr>
        <p:spPr>
          <a:xfrm>
            <a:off x="43869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1" name="CustomShape 12"/>
          <p:cNvSpPr/>
          <p:nvPr/>
        </p:nvSpPr>
        <p:spPr>
          <a:xfrm>
            <a:off x="539532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2" name="CustomShape 13"/>
          <p:cNvSpPr/>
          <p:nvPr/>
        </p:nvSpPr>
        <p:spPr>
          <a:xfrm>
            <a:off x="16470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3" name="CustomShape 14"/>
          <p:cNvSpPr/>
          <p:nvPr/>
        </p:nvSpPr>
        <p:spPr>
          <a:xfrm>
            <a:off x="27432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4" name="CustomShape 15"/>
          <p:cNvSpPr/>
          <p:nvPr/>
        </p:nvSpPr>
        <p:spPr>
          <a:xfrm>
            <a:off x="16459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CustomShape 16"/>
          <p:cNvSpPr/>
          <p:nvPr/>
        </p:nvSpPr>
        <p:spPr>
          <a:xfrm>
            <a:off x="27421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6" name="CustomShape 17"/>
          <p:cNvSpPr/>
          <p:nvPr/>
        </p:nvSpPr>
        <p:spPr>
          <a:xfrm>
            <a:off x="16459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ustomShape 18"/>
          <p:cNvSpPr/>
          <p:nvPr/>
        </p:nvSpPr>
        <p:spPr>
          <a:xfrm>
            <a:off x="27421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CustomShape 19"/>
          <p:cNvSpPr/>
          <p:nvPr/>
        </p:nvSpPr>
        <p:spPr>
          <a:xfrm>
            <a:off x="327240" y="4924080"/>
            <a:ext cx="3512520" cy="470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freq[nums[i]] += 1 = freq[2] = 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9" name="CustomShape 20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Counting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274320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21945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3" name="CustomShape 4"/>
          <p:cNvSpPr/>
          <p:nvPr/>
        </p:nvSpPr>
        <p:spPr>
          <a:xfrm>
            <a:off x="329184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4" name="CustomShape 5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nums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5" name="CustomShape 6"/>
          <p:cNvSpPr/>
          <p:nvPr/>
        </p:nvSpPr>
        <p:spPr>
          <a:xfrm>
            <a:off x="16459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6" name="CustomShape 7"/>
          <p:cNvSpPr/>
          <p:nvPr/>
        </p:nvSpPr>
        <p:spPr>
          <a:xfrm>
            <a:off x="27421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7" name="CustomShape 8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8" name="Line 9"/>
          <p:cNvSpPr/>
          <p:nvPr/>
        </p:nvSpPr>
        <p:spPr>
          <a:xfrm>
            <a:off x="4114800" y="122184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10"/>
          <p:cNvSpPr/>
          <p:nvPr/>
        </p:nvSpPr>
        <p:spPr>
          <a:xfrm>
            <a:off x="3839400" y="1541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0" name="CustomShape 11"/>
          <p:cNvSpPr/>
          <p:nvPr/>
        </p:nvSpPr>
        <p:spPr>
          <a:xfrm>
            <a:off x="43869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1" name="CustomShape 12"/>
          <p:cNvSpPr/>
          <p:nvPr/>
        </p:nvSpPr>
        <p:spPr>
          <a:xfrm>
            <a:off x="539532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2" name="CustomShape 13"/>
          <p:cNvSpPr/>
          <p:nvPr/>
        </p:nvSpPr>
        <p:spPr>
          <a:xfrm>
            <a:off x="16470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3" name="CustomShape 14"/>
          <p:cNvSpPr/>
          <p:nvPr/>
        </p:nvSpPr>
        <p:spPr>
          <a:xfrm>
            <a:off x="27432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4" name="CustomShape 15"/>
          <p:cNvSpPr/>
          <p:nvPr/>
        </p:nvSpPr>
        <p:spPr>
          <a:xfrm>
            <a:off x="16459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5" name="CustomShape 16"/>
          <p:cNvSpPr/>
          <p:nvPr/>
        </p:nvSpPr>
        <p:spPr>
          <a:xfrm>
            <a:off x="27421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6" name="CustomShape 17"/>
          <p:cNvSpPr/>
          <p:nvPr/>
        </p:nvSpPr>
        <p:spPr>
          <a:xfrm>
            <a:off x="16459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CustomShape 18"/>
          <p:cNvSpPr/>
          <p:nvPr/>
        </p:nvSpPr>
        <p:spPr>
          <a:xfrm>
            <a:off x="27421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19"/>
          <p:cNvSpPr/>
          <p:nvPr/>
        </p:nvSpPr>
        <p:spPr>
          <a:xfrm>
            <a:off x="327240" y="4924080"/>
            <a:ext cx="3512520" cy="470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freq[nums[i]] += 1 = freq[2]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9" name="CustomShape 20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Counting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1" name="CustomShape 2"/>
          <p:cNvSpPr/>
          <p:nvPr/>
        </p:nvSpPr>
        <p:spPr>
          <a:xfrm>
            <a:off x="274320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2" name="CustomShape 3"/>
          <p:cNvSpPr/>
          <p:nvPr/>
        </p:nvSpPr>
        <p:spPr>
          <a:xfrm>
            <a:off x="21945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3" name="CustomShape 4"/>
          <p:cNvSpPr/>
          <p:nvPr/>
        </p:nvSpPr>
        <p:spPr>
          <a:xfrm>
            <a:off x="329184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4" name="CustomShape 5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nums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5" name="CustomShape 6"/>
          <p:cNvSpPr/>
          <p:nvPr/>
        </p:nvSpPr>
        <p:spPr>
          <a:xfrm>
            <a:off x="16459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6" name="CustomShape 7"/>
          <p:cNvSpPr/>
          <p:nvPr/>
        </p:nvSpPr>
        <p:spPr>
          <a:xfrm>
            <a:off x="2742120" y="2455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7" name="CustomShape 8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8" name="Line 9"/>
          <p:cNvSpPr/>
          <p:nvPr/>
        </p:nvSpPr>
        <p:spPr>
          <a:xfrm>
            <a:off x="466344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CustomShape 10"/>
          <p:cNvSpPr/>
          <p:nvPr/>
        </p:nvSpPr>
        <p:spPr>
          <a:xfrm>
            <a:off x="3839400" y="1541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0" name="CustomShape 11"/>
          <p:cNvSpPr/>
          <p:nvPr/>
        </p:nvSpPr>
        <p:spPr>
          <a:xfrm>
            <a:off x="438696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1" name="CustomShape 12"/>
          <p:cNvSpPr/>
          <p:nvPr/>
        </p:nvSpPr>
        <p:spPr>
          <a:xfrm>
            <a:off x="539532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2" name="CustomShape 13"/>
          <p:cNvSpPr/>
          <p:nvPr/>
        </p:nvSpPr>
        <p:spPr>
          <a:xfrm>
            <a:off x="16470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3" name="CustomShape 14"/>
          <p:cNvSpPr/>
          <p:nvPr/>
        </p:nvSpPr>
        <p:spPr>
          <a:xfrm>
            <a:off x="2743200" y="300492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4" name="CustomShape 15"/>
          <p:cNvSpPr/>
          <p:nvPr/>
        </p:nvSpPr>
        <p:spPr>
          <a:xfrm>
            <a:off x="16459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5" name="CustomShape 16"/>
          <p:cNvSpPr/>
          <p:nvPr/>
        </p:nvSpPr>
        <p:spPr>
          <a:xfrm>
            <a:off x="2742120" y="355248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6" name="CustomShape 17"/>
          <p:cNvSpPr/>
          <p:nvPr/>
        </p:nvSpPr>
        <p:spPr>
          <a:xfrm>
            <a:off x="16459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7" name="CustomShape 18"/>
          <p:cNvSpPr/>
          <p:nvPr/>
        </p:nvSpPr>
        <p:spPr>
          <a:xfrm>
            <a:off x="2742120" y="4102200"/>
            <a:ext cx="109656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8" name="CustomShape 19"/>
          <p:cNvSpPr/>
          <p:nvPr/>
        </p:nvSpPr>
        <p:spPr>
          <a:xfrm>
            <a:off x="327240" y="4924080"/>
            <a:ext cx="3512520" cy="470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freq[nums[i]] += 1 = freq[3] = 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9" name="CustomShape 20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Counting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[1,3]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1" name="CustomShape 2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2" name="CustomShape 3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3" name="Line 4"/>
          <p:cNvSpPr/>
          <p:nvPr/>
        </p:nvSpPr>
        <p:spPr>
          <a:xfrm>
            <a:off x="192024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CustomShape 5"/>
          <p:cNvSpPr/>
          <p:nvPr/>
        </p:nvSpPr>
        <p:spPr>
          <a:xfrm>
            <a:off x="3657600" y="164592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5" name="CustomShape 6"/>
          <p:cNvSpPr/>
          <p:nvPr/>
        </p:nvSpPr>
        <p:spPr>
          <a:xfrm>
            <a:off x="327240" y="3749040"/>
            <a:ext cx="415260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k, v = freq[i] = 1, 3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heap.push((v, k)) =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heap.push((3, 1))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6" name="CustomShape 7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Track frequency with a heap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7" name="CustomShape 8"/>
          <p:cNvSpPr/>
          <p:nvPr/>
        </p:nvSpPr>
        <p:spPr>
          <a:xfrm>
            <a:off x="219348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8" name="CustomShape 9"/>
          <p:cNvSpPr/>
          <p:nvPr/>
        </p:nvSpPr>
        <p:spPr>
          <a:xfrm>
            <a:off x="2742120" y="153972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9" name="CustomShape 10"/>
          <p:cNvSpPr/>
          <p:nvPr/>
        </p:nvSpPr>
        <p:spPr>
          <a:xfrm>
            <a:off x="1645920" y="246996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0" name="CustomShape 11"/>
          <p:cNvSpPr/>
          <p:nvPr/>
        </p:nvSpPr>
        <p:spPr>
          <a:xfrm>
            <a:off x="2193480" y="246996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CustomShape 12"/>
          <p:cNvSpPr/>
          <p:nvPr/>
        </p:nvSpPr>
        <p:spPr>
          <a:xfrm>
            <a:off x="2742120" y="2468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[1,3]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4" name="CustomShape 3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5" name="Line 4"/>
          <p:cNvSpPr/>
          <p:nvPr/>
        </p:nvSpPr>
        <p:spPr>
          <a:xfrm>
            <a:off x="246888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CustomShape 5"/>
          <p:cNvSpPr/>
          <p:nvPr/>
        </p:nvSpPr>
        <p:spPr>
          <a:xfrm>
            <a:off x="3657600" y="164592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7" name="CustomShape 6"/>
          <p:cNvSpPr/>
          <p:nvPr/>
        </p:nvSpPr>
        <p:spPr>
          <a:xfrm>
            <a:off x="327240" y="3749040"/>
            <a:ext cx="415260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k, v = freq[i] = 2, 2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heap.push((v, k)) =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heap.push((2, 2))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8" name="CustomShape 7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Track frequency with a heap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9" name="CustomShape 8"/>
          <p:cNvSpPr/>
          <p:nvPr/>
        </p:nvSpPr>
        <p:spPr>
          <a:xfrm>
            <a:off x="219348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0" name="CustomShape 9"/>
          <p:cNvSpPr/>
          <p:nvPr/>
        </p:nvSpPr>
        <p:spPr>
          <a:xfrm>
            <a:off x="2742120" y="153972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1" name="CustomShape 10"/>
          <p:cNvSpPr/>
          <p:nvPr/>
        </p:nvSpPr>
        <p:spPr>
          <a:xfrm>
            <a:off x="1645920" y="246996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2" name="CustomShape 11"/>
          <p:cNvSpPr/>
          <p:nvPr/>
        </p:nvSpPr>
        <p:spPr>
          <a:xfrm>
            <a:off x="2193480" y="246996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3" name="CustomShape 12"/>
          <p:cNvSpPr/>
          <p:nvPr/>
        </p:nvSpPr>
        <p:spPr>
          <a:xfrm>
            <a:off x="2742120" y="2468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[1,3]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7" name="Line 4"/>
          <p:cNvSpPr/>
          <p:nvPr/>
        </p:nvSpPr>
        <p:spPr>
          <a:xfrm>
            <a:off x="3017520" y="121968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CustomShape 5"/>
          <p:cNvSpPr/>
          <p:nvPr/>
        </p:nvSpPr>
        <p:spPr>
          <a:xfrm>
            <a:off x="3657600" y="164592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9" name="CustomShape 6"/>
          <p:cNvSpPr/>
          <p:nvPr/>
        </p:nvSpPr>
        <p:spPr>
          <a:xfrm>
            <a:off x="327240" y="3749040"/>
            <a:ext cx="415260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k, v = freq[i] = 3, 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heap.push((v, k)) =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heap.push((1, 3))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0" name="CustomShape 7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Track frequency with a heap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1" name="CustomShape 8"/>
          <p:cNvSpPr/>
          <p:nvPr/>
        </p:nvSpPr>
        <p:spPr>
          <a:xfrm>
            <a:off x="219348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2" name="CustomShape 9"/>
          <p:cNvSpPr/>
          <p:nvPr/>
        </p:nvSpPr>
        <p:spPr>
          <a:xfrm>
            <a:off x="2742120" y="153972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3" name="CustomShape 10"/>
          <p:cNvSpPr/>
          <p:nvPr/>
        </p:nvSpPr>
        <p:spPr>
          <a:xfrm>
            <a:off x="1645920" y="246996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[1,3]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4" name="CustomShape 11"/>
          <p:cNvSpPr/>
          <p:nvPr/>
        </p:nvSpPr>
        <p:spPr>
          <a:xfrm>
            <a:off x="2193480" y="246996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5" name="CustomShape 12"/>
          <p:cNvSpPr/>
          <p:nvPr/>
        </p:nvSpPr>
        <p:spPr>
          <a:xfrm>
            <a:off x="2742120" y="2468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[1,3]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7" name="CustomShape 2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freq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8" name="CustomShape 3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9" name="Line 4"/>
          <p:cNvSpPr/>
          <p:nvPr/>
        </p:nvSpPr>
        <p:spPr>
          <a:xfrm>
            <a:off x="3017520" y="121968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CustomShape 5"/>
          <p:cNvSpPr/>
          <p:nvPr/>
        </p:nvSpPr>
        <p:spPr>
          <a:xfrm>
            <a:off x="3657600" y="164592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1" name="CustomShape 6"/>
          <p:cNvSpPr/>
          <p:nvPr/>
        </p:nvSpPr>
        <p:spPr>
          <a:xfrm>
            <a:off x="327240" y="3749040"/>
            <a:ext cx="680436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As the heap size exceeds k, then we pop the smallest element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heap.pop()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2" name="CustomShape 7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Track frequency with a heap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3" name="CustomShape 8"/>
          <p:cNvSpPr/>
          <p:nvPr/>
        </p:nvSpPr>
        <p:spPr>
          <a:xfrm>
            <a:off x="219348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4" name="CustomShape 9"/>
          <p:cNvSpPr/>
          <p:nvPr/>
        </p:nvSpPr>
        <p:spPr>
          <a:xfrm>
            <a:off x="2742120" y="153972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5" name="CustomShape 10"/>
          <p:cNvSpPr/>
          <p:nvPr/>
        </p:nvSpPr>
        <p:spPr>
          <a:xfrm>
            <a:off x="1644840" y="2468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6" name="CustomShape 11"/>
          <p:cNvSpPr/>
          <p:nvPr/>
        </p:nvSpPr>
        <p:spPr>
          <a:xfrm>
            <a:off x="2193480" y="2467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8" name="CustomShape 2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9" name="CustomShape 3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0" name="Line 4"/>
          <p:cNvSpPr/>
          <p:nvPr/>
        </p:nvSpPr>
        <p:spPr>
          <a:xfrm>
            <a:off x="192024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CustomShape 5"/>
          <p:cNvSpPr/>
          <p:nvPr/>
        </p:nvSpPr>
        <p:spPr>
          <a:xfrm>
            <a:off x="327240" y="3749040"/>
            <a:ext cx="680436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res[i] = heap[i][1] = 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2" name="CustomShape 6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Fill the result array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3" name="CustomShape 7"/>
          <p:cNvSpPr/>
          <p:nvPr/>
        </p:nvSpPr>
        <p:spPr>
          <a:xfrm>
            <a:off x="219348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4" name="CustomShape 8"/>
          <p:cNvSpPr/>
          <p:nvPr/>
        </p:nvSpPr>
        <p:spPr>
          <a:xfrm>
            <a:off x="1644840" y="2468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5" name="CustomShape 9"/>
          <p:cNvSpPr/>
          <p:nvPr/>
        </p:nvSpPr>
        <p:spPr>
          <a:xfrm>
            <a:off x="2193480" y="2467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164592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[2,2]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365760" y="163224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365760" y="2547360"/>
            <a:ext cx="913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9" name="Line 4"/>
          <p:cNvSpPr/>
          <p:nvPr/>
        </p:nvSpPr>
        <p:spPr>
          <a:xfrm>
            <a:off x="2468880" y="1220760"/>
            <a:ext cx="0" cy="32004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CustomShape 5"/>
          <p:cNvSpPr/>
          <p:nvPr/>
        </p:nvSpPr>
        <p:spPr>
          <a:xfrm>
            <a:off x="327240" y="3749040"/>
            <a:ext cx="680436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res[i] = heap[i][1] = 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1" name="CustomShape 6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Fill the result array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62" name="CustomShape 7"/>
          <p:cNvSpPr/>
          <p:nvPr/>
        </p:nvSpPr>
        <p:spPr>
          <a:xfrm>
            <a:off x="2193480" y="1540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[3,1]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3" name="CustomShape 8"/>
          <p:cNvSpPr/>
          <p:nvPr/>
        </p:nvSpPr>
        <p:spPr>
          <a:xfrm>
            <a:off x="1644840" y="246888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4" name="CustomShape 9"/>
          <p:cNvSpPr/>
          <p:nvPr/>
        </p:nvSpPr>
        <p:spPr>
          <a:xfrm>
            <a:off x="2193480" y="2467800"/>
            <a:ext cx="546840" cy="546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2025-04-25T18:28:57Z</dcterms:created>
  <dc:creator/>
  <dc:description/>
  <dc:language>en-US</dc:language>
  <cp:lastModifiedBy/>
  <dcterms:modified xsi:type="dcterms:W3CDTF">2025-05-18T00:40:53Z</dcterms:modified>
  <cp:revision>12</cp:revision>
  <dc:subject/>
  <dc:title/>
</cp:coreProperties>
</file>